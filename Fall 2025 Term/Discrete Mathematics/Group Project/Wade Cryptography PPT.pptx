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77" r:id="rId5"/>
    <p:sldId id="278" r:id="rId6"/>
    <p:sldId id="279" r:id="rId7"/>
    <p:sldId id="280" r:id="rId8"/>
    <p:sldId id="275" r:id="rId9"/>
    <p:sldId id="268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4CEBE-14A5-42AF-ABA6-4ECC7F1CACF8}" v="109" dt="2025-11-13T05:41:09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96" d="100"/>
          <a:sy n="96" d="100"/>
        </p:scale>
        <p:origin x="16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de Eckert" userId="2a0534719079248d" providerId="LiveId" clId="{FF89EF12-F5C7-4E5A-A278-2CAD51D6C7F2}"/>
    <pc:docChg chg="undo custSel addSld delSld modSld sldOrd">
      <pc:chgData name="Wade Eckert" userId="2a0534719079248d" providerId="LiveId" clId="{FF89EF12-F5C7-4E5A-A278-2CAD51D6C7F2}" dt="2025-11-13T05:47:44.105" v="543" actId="47"/>
      <pc:docMkLst>
        <pc:docMk/>
      </pc:docMkLst>
      <pc:sldChg chg="modSp del mod ord">
        <pc:chgData name="Wade Eckert" userId="2a0534719079248d" providerId="LiveId" clId="{FF89EF12-F5C7-4E5A-A278-2CAD51D6C7F2}" dt="2025-11-13T05:02:28.824" v="383" actId="47"/>
        <pc:sldMkLst>
          <pc:docMk/>
          <pc:sldMk cId="0" sldId="268"/>
        </pc:sldMkLst>
      </pc:sldChg>
      <pc:sldChg chg="addSp delSp modSp add mod modTransition modAnim">
        <pc:chgData name="Wade Eckert" userId="2a0534719079248d" providerId="LiveId" clId="{FF89EF12-F5C7-4E5A-A278-2CAD51D6C7F2}" dt="2025-11-13T05:36:07.943" v="533"/>
        <pc:sldMkLst>
          <pc:docMk/>
          <pc:sldMk cId="4127092002" sldId="268"/>
        </pc:sldMkLst>
        <pc:picChg chg="add del mod">
          <ac:chgData name="Wade Eckert" userId="2a0534719079248d" providerId="LiveId" clId="{FF89EF12-F5C7-4E5A-A278-2CAD51D6C7F2}" dt="2025-11-13T05:34:43.354" v="523"/>
          <ac:picMkLst>
            <pc:docMk/>
            <pc:sldMk cId="4127092002" sldId="268"/>
            <ac:picMk id="15" creationId="{2D372E9C-B88E-B59C-84FE-78D5ED55CC18}"/>
          </ac:picMkLst>
        </pc:picChg>
        <pc:picChg chg="add del mod ord">
          <ac:chgData name="Wade Eckert" userId="2a0534719079248d" providerId="LiveId" clId="{FF89EF12-F5C7-4E5A-A278-2CAD51D6C7F2}" dt="2025-11-13T05:34:53.262" v="524"/>
          <ac:picMkLst>
            <pc:docMk/>
            <pc:sldMk cId="4127092002" sldId="268"/>
            <ac:picMk id="18" creationId="{EA471CE8-5C36-92C5-24D1-B0039832DB5E}"/>
          </ac:picMkLst>
        </pc:picChg>
        <pc:picChg chg="add del mod">
          <ac:chgData name="Wade Eckert" userId="2a0534719079248d" providerId="LiveId" clId="{FF89EF12-F5C7-4E5A-A278-2CAD51D6C7F2}" dt="2025-11-13T05:34:55.114" v="526"/>
          <ac:picMkLst>
            <pc:docMk/>
            <pc:sldMk cId="4127092002" sldId="268"/>
            <ac:picMk id="19" creationId="{E45B28F5-7647-63AA-94F7-EC027FEAE260}"/>
          </ac:picMkLst>
        </pc:picChg>
        <pc:picChg chg="add del mod ord">
          <ac:chgData name="Wade Eckert" userId="2a0534719079248d" providerId="LiveId" clId="{FF89EF12-F5C7-4E5A-A278-2CAD51D6C7F2}" dt="2025-11-13T05:35:05.966" v="527"/>
          <ac:picMkLst>
            <pc:docMk/>
            <pc:sldMk cId="4127092002" sldId="268"/>
            <ac:picMk id="22" creationId="{ABB5D3E1-9D13-22E5-03AD-DA254E7E3364}"/>
          </ac:picMkLst>
        </pc:picChg>
        <pc:picChg chg="add del mod">
          <ac:chgData name="Wade Eckert" userId="2a0534719079248d" providerId="LiveId" clId="{FF89EF12-F5C7-4E5A-A278-2CAD51D6C7F2}" dt="2025-11-13T05:35:23.573" v="529"/>
          <ac:picMkLst>
            <pc:docMk/>
            <pc:sldMk cId="4127092002" sldId="268"/>
            <ac:picMk id="23" creationId="{B9BCFD66-860B-08BF-2D93-0C6EC2085CF1}"/>
          </ac:picMkLst>
        </pc:picChg>
        <pc:picChg chg="add del mod ord">
          <ac:chgData name="Wade Eckert" userId="2a0534719079248d" providerId="LiveId" clId="{FF89EF12-F5C7-4E5A-A278-2CAD51D6C7F2}" dt="2025-11-13T05:35:36.469" v="530"/>
          <ac:picMkLst>
            <pc:docMk/>
            <pc:sldMk cId="4127092002" sldId="268"/>
            <ac:picMk id="28" creationId="{8D0FEFBC-B0E1-3077-33BF-16B9F69767C0}"/>
          </ac:picMkLst>
        </pc:picChg>
        <pc:picChg chg="add del mod">
          <ac:chgData name="Wade Eckert" userId="2a0534719079248d" providerId="LiveId" clId="{FF89EF12-F5C7-4E5A-A278-2CAD51D6C7F2}" dt="2025-11-13T05:35:59.428" v="532"/>
          <ac:picMkLst>
            <pc:docMk/>
            <pc:sldMk cId="4127092002" sldId="268"/>
            <ac:picMk id="29" creationId="{392A4247-C827-E550-6F06-D05F42A34845}"/>
          </ac:picMkLst>
        </pc:picChg>
        <pc:picChg chg="add del mod ord">
          <ac:chgData name="Wade Eckert" userId="2a0534719079248d" providerId="LiveId" clId="{FF89EF12-F5C7-4E5A-A278-2CAD51D6C7F2}" dt="2025-11-13T05:36:07.943" v="533"/>
          <ac:picMkLst>
            <pc:docMk/>
            <pc:sldMk cId="4127092002" sldId="268"/>
            <ac:picMk id="35" creationId="{E4397071-8B70-9074-A53A-563A82EF474E}"/>
          </ac:picMkLst>
        </pc:picChg>
        <pc:picChg chg="add mod">
          <ac:chgData name="Wade Eckert" userId="2a0534719079248d" providerId="LiveId" clId="{FF89EF12-F5C7-4E5A-A278-2CAD51D6C7F2}" dt="2025-11-13T05:36:07.943" v="533"/>
          <ac:picMkLst>
            <pc:docMk/>
            <pc:sldMk cId="4127092002" sldId="268"/>
            <ac:picMk id="36" creationId="{F8530869-226C-B7CD-DE4D-38954B5AD040}"/>
          </ac:picMkLst>
        </pc:picChg>
      </pc:sldChg>
      <pc:sldChg chg="modSp del mod ord">
        <pc:chgData name="Wade Eckert" userId="2a0534719079248d" providerId="LiveId" clId="{FF89EF12-F5C7-4E5A-A278-2CAD51D6C7F2}" dt="2025-11-13T05:02:29.870" v="384" actId="47"/>
        <pc:sldMkLst>
          <pc:docMk/>
          <pc:sldMk cId="0" sldId="269"/>
        </pc:sldMkLst>
      </pc:sldChg>
      <pc:sldChg chg="addSp delSp modSp del mod modTransition modAnim">
        <pc:chgData name="Wade Eckert" userId="2a0534719079248d" providerId="LiveId" clId="{FF89EF12-F5C7-4E5A-A278-2CAD51D6C7F2}" dt="2025-11-13T05:08:10.491" v="405" actId="47"/>
        <pc:sldMkLst>
          <pc:docMk/>
          <pc:sldMk cId="0" sldId="270"/>
        </pc:sldMkLst>
        <pc:picChg chg="add del mod">
          <ac:chgData name="Wade Eckert" userId="2a0534719079248d" providerId="LiveId" clId="{FF89EF12-F5C7-4E5A-A278-2CAD51D6C7F2}" dt="2025-11-13T05:04:43.953" v="387"/>
          <ac:picMkLst>
            <pc:docMk/>
            <pc:sldMk cId="0" sldId="270"/>
            <ac:picMk id="7" creationId="{3B540463-0B09-8BDA-61ED-1F0B9CDFAAEF}"/>
          </ac:picMkLst>
        </pc:picChg>
        <pc:picChg chg="add del mod ord">
          <ac:chgData name="Wade Eckert" userId="2a0534719079248d" providerId="LiveId" clId="{FF89EF12-F5C7-4E5A-A278-2CAD51D6C7F2}" dt="2025-11-13T05:04:50.180" v="388"/>
          <ac:picMkLst>
            <pc:docMk/>
            <pc:sldMk cId="0" sldId="270"/>
            <ac:picMk id="11" creationId="{03D60E6A-6BB2-B5A1-13C9-9DFD07CA0B1F}"/>
          </ac:picMkLst>
        </pc:picChg>
        <pc:picChg chg="add del mod">
          <ac:chgData name="Wade Eckert" userId="2a0534719079248d" providerId="LiveId" clId="{FF89EF12-F5C7-4E5A-A278-2CAD51D6C7F2}" dt="2025-11-13T05:04:56.456" v="390"/>
          <ac:picMkLst>
            <pc:docMk/>
            <pc:sldMk cId="0" sldId="270"/>
            <ac:picMk id="12" creationId="{081D1418-E8CF-8480-A294-1CEECED955A1}"/>
          </ac:picMkLst>
        </pc:picChg>
        <pc:picChg chg="add del mod ord">
          <ac:chgData name="Wade Eckert" userId="2a0534719079248d" providerId="LiveId" clId="{FF89EF12-F5C7-4E5A-A278-2CAD51D6C7F2}" dt="2025-11-13T05:05:02.318" v="391"/>
          <ac:picMkLst>
            <pc:docMk/>
            <pc:sldMk cId="0" sldId="270"/>
            <ac:picMk id="16" creationId="{BABC3E8B-AF2A-9655-D041-97C97309D04A}"/>
          </ac:picMkLst>
        </pc:picChg>
        <pc:picChg chg="add del mod">
          <ac:chgData name="Wade Eckert" userId="2a0534719079248d" providerId="LiveId" clId="{FF89EF12-F5C7-4E5A-A278-2CAD51D6C7F2}" dt="2025-11-13T05:05:11.366" v="393"/>
          <ac:picMkLst>
            <pc:docMk/>
            <pc:sldMk cId="0" sldId="270"/>
            <ac:picMk id="17" creationId="{683C6888-B020-437F-4A19-ED052A7974D4}"/>
          </ac:picMkLst>
        </pc:picChg>
        <pc:picChg chg="add del mod ord">
          <ac:chgData name="Wade Eckert" userId="2a0534719079248d" providerId="LiveId" clId="{FF89EF12-F5C7-4E5A-A278-2CAD51D6C7F2}" dt="2025-11-13T05:05:17.410" v="394"/>
          <ac:picMkLst>
            <pc:docMk/>
            <pc:sldMk cId="0" sldId="270"/>
            <ac:picMk id="21" creationId="{E1384811-A1FA-6DB5-A953-C42585406B10}"/>
          </ac:picMkLst>
        </pc:picChg>
        <pc:picChg chg="add del mod">
          <ac:chgData name="Wade Eckert" userId="2a0534719079248d" providerId="LiveId" clId="{FF89EF12-F5C7-4E5A-A278-2CAD51D6C7F2}" dt="2025-11-13T05:06:31.428" v="396"/>
          <ac:picMkLst>
            <pc:docMk/>
            <pc:sldMk cId="0" sldId="270"/>
            <ac:picMk id="22" creationId="{CBA099B2-0914-6B42-1DC5-DADCB4E1DB23}"/>
          </ac:picMkLst>
        </pc:picChg>
        <pc:picChg chg="add del mod ord">
          <ac:chgData name="Wade Eckert" userId="2a0534719079248d" providerId="LiveId" clId="{FF89EF12-F5C7-4E5A-A278-2CAD51D6C7F2}" dt="2025-11-13T05:06:39.861" v="397"/>
          <ac:picMkLst>
            <pc:docMk/>
            <pc:sldMk cId="0" sldId="270"/>
            <ac:picMk id="27" creationId="{9A2FBC03-0E85-6E0E-5A49-350991D2F115}"/>
          </ac:picMkLst>
        </pc:picChg>
        <pc:picChg chg="add del mod">
          <ac:chgData name="Wade Eckert" userId="2a0534719079248d" providerId="LiveId" clId="{FF89EF12-F5C7-4E5A-A278-2CAD51D6C7F2}" dt="2025-11-13T05:06:41.416" v="399"/>
          <ac:picMkLst>
            <pc:docMk/>
            <pc:sldMk cId="0" sldId="270"/>
            <ac:picMk id="28" creationId="{5253FEED-1F2D-0095-31FD-35EDDA489AA9}"/>
          </ac:picMkLst>
        </pc:picChg>
        <pc:picChg chg="add del mod ord">
          <ac:chgData name="Wade Eckert" userId="2a0534719079248d" providerId="LiveId" clId="{FF89EF12-F5C7-4E5A-A278-2CAD51D6C7F2}" dt="2025-11-13T05:06:46.890" v="400"/>
          <ac:picMkLst>
            <pc:docMk/>
            <pc:sldMk cId="0" sldId="270"/>
            <ac:picMk id="31" creationId="{B8315980-75F4-F1A2-CE16-8E00395C16A3}"/>
          </ac:picMkLst>
        </pc:picChg>
        <pc:picChg chg="add del mod">
          <ac:chgData name="Wade Eckert" userId="2a0534719079248d" providerId="LiveId" clId="{FF89EF12-F5C7-4E5A-A278-2CAD51D6C7F2}" dt="2025-11-13T05:06:47.885" v="402"/>
          <ac:picMkLst>
            <pc:docMk/>
            <pc:sldMk cId="0" sldId="270"/>
            <ac:picMk id="32" creationId="{F20F9E16-6CFC-BE54-8DF9-CC2248B68F52}"/>
          </ac:picMkLst>
        </pc:picChg>
        <pc:picChg chg="add del mod ord">
          <ac:chgData name="Wade Eckert" userId="2a0534719079248d" providerId="LiveId" clId="{FF89EF12-F5C7-4E5A-A278-2CAD51D6C7F2}" dt="2025-11-13T05:07:03.122" v="403"/>
          <ac:picMkLst>
            <pc:docMk/>
            <pc:sldMk cId="0" sldId="270"/>
            <ac:picMk id="35" creationId="{6A883566-C3A6-C2E8-86CC-E3D7AF294A83}"/>
          </ac:picMkLst>
        </pc:picChg>
        <pc:picChg chg="add mod">
          <ac:chgData name="Wade Eckert" userId="2a0534719079248d" providerId="LiveId" clId="{FF89EF12-F5C7-4E5A-A278-2CAD51D6C7F2}" dt="2025-11-13T05:07:03.122" v="403"/>
          <ac:picMkLst>
            <pc:docMk/>
            <pc:sldMk cId="0" sldId="270"/>
            <ac:picMk id="36" creationId="{7C1AA1DE-4021-0C84-B4C5-594CAD93434E}"/>
          </ac:picMkLst>
        </pc:picChg>
      </pc:sldChg>
      <pc:sldChg chg="modSp del mod modTransition">
        <pc:chgData name="Wade Eckert" userId="2a0534719079248d" providerId="LiveId" clId="{FF89EF12-F5C7-4E5A-A278-2CAD51D6C7F2}" dt="2025-11-13T05:08:18.599" v="406" actId="47"/>
        <pc:sldMkLst>
          <pc:docMk/>
          <pc:sldMk cId="0" sldId="271"/>
        </pc:sldMkLst>
      </pc:sldChg>
      <pc:sldChg chg="modSp del mod modTransition">
        <pc:chgData name="Wade Eckert" userId="2a0534719079248d" providerId="LiveId" clId="{FF89EF12-F5C7-4E5A-A278-2CAD51D6C7F2}" dt="2025-11-13T05:08:20.422" v="407" actId="47"/>
        <pc:sldMkLst>
          <pc:docMk/>
          <pc:sldMk cId="0" sldId="272"/>
        </pc:sldMkLst>
      </pc:sldChg>
      <pc:sldChg chg="modSp del mod modTransition">
        <pc:chgData name="Wade Eckert" userId="2a0534719079248d" providerId="LiveId" clId="{FF89EF12-F5C7-4E5A-A278-2CAD51D6C7F2}" dt="2025-11-13T05:08:22.033" v="408" actId="47"/>
        <pc:sldMkLst>
          <pc:docMk/>
          <pc:sldMk cId="0" sldId="273"/>
        </pc:sldMkLst>
      </pc:sldChg>
      <pc:sldChg chg="modSp del mod modTransition">
        <pc:chgData name="Wade Eckert" userId="2a0534719079248d" providerId="LiveId" clId="{FF89EF12-F5C7-4E5A-A278-2CAD51D6C7F2}" dt="2025-11-13T05:08:25.899" v="409" actId="47"/>
        <pc:sldMkLst>
          <pc:docMk/>
          <pc:sldMk cId="0" sldId="274"/>
        </pc:sldMkLst>
      </pc:sldChg>
      <pc:sldChg chg="addSp delSp modSp add mod modTransition modAnim">
        <pc:chgData name="Wade Eckert" userId="2a0534719079248d" providerId="LiveId" clId="{FF89EF12-F5C7-4E5A-A278-2CAD51D6C7F2}" dt="2025-11-13T05:34:16.385" v="520"/>
        <pc:sldMkLst>
          <pc:docMk/>
          <pc:sldMk cId="3148758634" sldId="275"/>
        </pc:sldMkLst>
        <pc:spChg chg="mod">
          <ac:chgData name="Wade Eckert" userId="2a0534719079248d" providerId="LiveId" clId="{FF89EF12-F5C7-4E5A-A278-2CAD51D6C7F2}" dt="2025-11-09T03:13:11.304" v="106" actId="20577"/>
          <ac:spMkLst>
            <pc:docMk/>
            <pc:sldMk cId="3148758634" sldId="275"/>
            <ac:spMk id="2" creationId="{188EB6B5-4CA0-549C-4A82-3F3349E707F8}"/>
          </ac:spMkLst>
        </pc:spChg>
        <pc:spChg chg="mod">
          <ac:chgData name="Wade Eckert" userId="2a0534719079248d" providerId="LiveId" clId="{FF89EF12-F5C7-4E5A-A278-2CAD51D6C7F2}" dt="2025-11-09T03:13:40.062" v="113" actId="20577"/>
          <ac:spMkLst>
            <pc:docMk/>
            <pc:sldMk cId="3148758634" sldId="275"/>
            <ac:spMk id="3" creationId="{0CB7C908-31BC-34CC-10F4-000D25AFFCD1}"/>
          </ac:spMkLst>
        </pc:spChg>
        <pc:picChg chg="add del mod">
          <ac:chgData name="Wade Eckert" userId="2a0534719079248d" providerId="LiveId" clId="{FF89EF12-F5C7-4E5A-A278-2CAD51D6C7F2}" dt="2025-11-13T05:33:46.553" v="513"/>
          <ac:picMkLst>
            <pc:docMk/>
            <pc:sldMk cId="3148758634" sldId="275"/>
            <ac:picMk id="13" creationId="{D864C51F-E57C-AA10-D306-3609AD7A9ED9}"/>
          </ac:picMkLst>
        </pc:picChg>
        <pc:picChg chg="add del mod ord">
          <ac:chgData name="Wade Eckert" userId="2a0534719079248d" providerId="LiveId" clId="{FF89EF12-F5C7-4E5A-A278-2CAD51D6C7F2}" dt="2025-11-13T05:33:52.741" v="514"/>
          <ac:picMkLst>
            <pc:docMk/>
            <pc:sldMk cId="3148758634" sldId="275"/>
            <ac:picMk id="20" creationId="{35040D8B-E7BB-C53C-1AAA-EDF886466B56}"/>
          </ac:picMkLst>
        </pc:picChg>
        <pc:picChg chg="add del mod">
          <ac:chgData name="Wade Eckert" userId="2a0534719079248d" providerId="LiveId" clId="{FF89EF12-F5C7-4E5A-A278-2CAD51D6C7F2}" dt="2025-11-13T05:33:54.800" v="516"/>
          <ac:picMkLst>
            <pc:docMk/>
            <pc:sldMk cId="3148758634" sldId="275"/>
            <ac:picMk id="21" creationId="{3E7518C9-AEA5-AA71-D00C-31209E17497C}"/>
          </ac:picMkLst>
        </pc:picChg>
        <pc:picChg chg="add del mod ord">
          <ac:chgData name="Wade Eckert" userId="2a0534719079248d" providerId="LiveId" clId="{FF89EF12-F5C7-4E5A-A278-2CAD51D6C7F2}" dt="2025-11-13T05:33:59.561" v="517"/>
          <ac:picMkLst>
            <pc:docMk/>
            <pc:sldMk cId="3148758634" sldId="275"/>
            <ac:picMk id="24" creationId="{F9083AF8-B81E-5CCA-63B4-64AFF1275BE2}"/>
          </ac:picMkLst>
        </pc:picChg>
        <pc:picChg chg="add del mod">
          <ac:chgData name="Wade Eckert" userId="2a0534719079248d" providerId="LiveId" clId="{FF89EF12-F5C7-4E5A-A278-2CAD51D6C7F2}" dt="2025-11-13T05:34:10.070" v="519"/>
          <ac:picMkLst>
            <pc:docMk/>
            <pc:sldMk cId="3148758634" sldId="275"/>
            <ac:picMk id="25" creationId="{97DD72F2-9614-F7D7-A251-A2BC8171B0D4}"/>
          </ac:picMkLst>
        </pc:picChg>
        <pc:picChg chg="add del mod ord">
          <ac:chgData name="Wade Eckert" userId="2a0534719079248d" providerId="LiveId" clId="{FF89EF12-F5C7-4E5A-A278-2CAD51D6C7F2}" dt="2025-11-13T05:34:16.385" v="520"/>
          <ac:picMkLst>
            <pc:docMk/>
            <pc:sldMk cId="3148758634" sldId="275"/>
            <ac:picMk id="28" creationId="{D5406259-7D89-C43C-8A66-09D4E4648A2A}"/>
          </ac:picMkLst>
        </pc:picChg>
        <pc:picChg chg="add mod">
          <ac:chgData name="Wade Eckert" userId="2a0534719079248d" providerId="LiveId" clId="{FF89EF12-F5C7-4E5A-A278-2CAD51D6C7F2}" dt="2025-11-13T05:34:16.385" v="520"/>
          <ac:picMkLst>
            <pc:docMk/>
            <pc:sldMk cId="3148758634" sldId="275"/>
            <ac:picMk id="29" creationId="{E30F18D1-DE2F-D7C9-74C8-9E367DBC6EE3}"/>
          </ac:picMkLst>
        </pc:picChg>
      </pc:sldChg>
      <pc:sldChg chg="addSp delSp modSp add del mod modTransition modAnim">
        <pc:chgData name="Wade Eckert" userId="2a0534719079248d" providerId="LiveId" clId="{FF89EF12-F5C7-4E5A-A278-2CAD51D6C7F2}" dt="2025-11-13T05:47:44.105" v="543" actId="47"/>
        <pc:sldMkLst>
          <pc:docMk/>
          <pc:sldMk cId="3234722918" sldId="276"/>
        </pc:sldMkLst>
        <pc:picChg chg="add del mod">
          <ac:chgData name="Wade Eckert" userId="2a0534719079248d" providerId="LiveId" clId="{FF89EF12-F5C7-4E5A-A278-2CAD51D6C7F2}" dt="2025-11-13T05:09:44.043" v="416"/>
          <ac:picMkLst>
            <pc:docMk/>
            <pc:sldMk cId="3234722918" sldId="276"/>
            <ac:picMk id="8" creationId="{6CDC2165-3C31-D8F2-9012-C69C3CDFD38F}"/>
          </ac:picMkLst>
        </pc:picChg>
        <pc:picChg chg="add del mod ord">
          <ac:chgData name="Wade Eckert" userId="2a0534719079248d" providerId="LiveId" clId="{FF89EF12-F5C7-4E5A-A278-2CAD51D6C7F2}" dt="2025-11-13T05:09:55.267" v="417"/>
          <ac:picMkLst>
            <pc:docMk/>
            <pc:sldMk cId="3234722918" sldId="276"/>
            <ac:picMk id="10" creationId="{0DA39DD9-B538-79D0-757B-3696895A03AE}"/>
          </ac:picMkLst>
        </pc:picChg>
        <pc:picChg chg="add del mod">
          <ac:chgData name="Wade Eckert" userId="2a0534719079248d" providerId="LiveId" clId="{FF89EF12-F5C7-4E5A-A278-2CAD51D6C7F2}" dt="2025-11-13T05:11:15.608" v="419"/>
          <ac:picMkLst>
            <pc:docMk/>
            <pc:sldMk cId="3234722918" sldId="276"/>
            <ac:picMk id="11" creationId="{6A4B7EA2-C05A-AFF5-1D84-481B3CB26EAF}"/>
          </ac:picMkLst>
        </pc:picChg>
        <pc:picChg chg="add del mod ord">
          <ac:chgData name="Wade Eckert" userId="2a0534719079248d" providerId="LiveId" clId="{FF89EF12-F5C7-4E5A-A278-2CAD51D6C7F2}" dt="2025-11-13T05:12:10.568" v="420"/>
          <ac:picMkLst>
            <pc:docMk/>
            <pc:sldMk cId="3234722918" sldId="276"/>
            <ac:picMk id="17" creationId="{8DED039A-82DB-26F7-1A16-9A751F6A87D1}"/>
          </ac:picMkLst>
        </pc:picChg>
        <pc:picChg chg="add del mod">
          <ac:chgData name="Wade Eckert" userId="2a0534719079248d" providerId="LiveId" clId="{FF89EF12-F5C7-4E5A-A278-2CAD51D6C7F2}" dt="2025-11-13T05:13:14.341" v="422"/>
          <ac:picMkLst>
            <pc:docMk/>
            <pc:sldMk cId="3234722918" sldId="276"/>
            <ac:picMk id="18" creationId="{F71C8656-B164-B4E0-680D-8B29B7E973D9}"/>
          </ac:picMkLst>
        </pc:picChg>
        <pc:picChg chg="add del mod ord">
          <ac:chgData name="Wade Eckert" userId="2a0534719079248d" providerId="LiveId" clId="{FF89EF12-F5C7-4E5A-A278-2CAD51D6C7F2}" dt="2025-11-13T05:14:02.046" v="423"/>
          <ac:picMkLst>
            <pc:docMk/>
            <pc:sldMk cId="3234722918" sldId="276"/>
            <ac:picMk id="23" creationId="{2993A928-5C99-CD8A-1681-808A617B5D84}"/>
          </ac:picMkLst>
        </pc:picChg>
        <pc:picChg chg="add del mod">
          <ac:chgData name="Wade Eckert" userId="2a0534719079248d" providerId="LiveId" clId="{FF89EF12-F5C7-4E5A-A278-2CAD51D6C7F2}" dt="2025-11-13T05:37:24.671" v="535"/>
          <ac:picMkLst>
            <pc:docMk/>
            <pc:sldMk cId="3234722918" sldId="276"/>
            <ac:picMk id="24" creationId="{21290DA0-B456-9AC8-B915-177DEEBB9A1D}"/>
          </ac:picMkLst>
        </pc:picChg>
        <pc:picChg chg="add del mod ord">
          <ac:chgData name="Wade Eckert" userId="2a0534719079248d" providerId="LiveId" clId="{FF89EF12-F5C7-4E5A-A278-2CAD51D6C7F2}" dt="2025-11-13T05:38:08.458" v="536"/>
          <ac:picMkLst>
            <pc:docMk/>
            <pc:sldMk cId="3234722918" sldId="276"/>
            <ac:picMk id="37" creationId="{6E187A06-D7F7-CF3A-DA09-237D4458A8B5}"/>
          </ac:picMkLst>
        </pc:picChg>
        <pc:picChg chg="add mod">
          <ac:chgData name="Wade Eckert" userId="2a0534719079248d" providerId="LiveId" clId="{FF89EF12-F5C7-4E5A-A278-2CAD51D6C7F2}" dt="2025-11-13T05:38:08.458" v="536"/>
          <ac:picMkLst>
            <pc:docMk/>
            <pc:sldMk cId="3234722918" sldId="276"/>
            <ac:picMk id="38" creationId="{1BDF0454-3723-5F20-9A18-243C1F69BC4B}"/>
          </ac:picMkLst>
        </pc:picChg>
      </pc:sldChg>
      <pc:sldChg chg="addSp delSp modSp add mod modTransition modAnim">
        <pc:chgData name="Wade Eckert" userId="2a0534719079248d" providerId="LiveId" clId="{FF89EF12-F5C7-4E5A-A278-2CAD51D6C7F2}" dt="2025-11-13T05:41:09.397" v="542"/>
        <pc:sldMkLst>
          <pc:docMk/>
          <pc:sldMk cId="1509124090" sldId="277"/>
        </pc:sldMkLst>
        <pc:picChg chg="add del mod">
          <ac:chgData name="Wade Eckert" userId="2a0534719079248d" providerId="LiveId" clId="{FF89EF12-F5C7-4E5A-A278-2CAD51D6C7F2}" dt="2025-11-13T05:09:26.974" v="413"/>
          <ac:picMkLst>
            <pc:docMk/>
            <pc:sldMk cId="1509124090" sldId="277"/>
            <ac:picMk id="6" creationId="{6B72CAE9-9A25-6DF0-92B0-FBE09C1260C7}"/>
          </ac:picMkLst>
        </pc:picChg>
        <pc:picChg chg="add del mod ord">
          <ac:chgData name="Wade Eckert" userId="2a0534719079248d" providerId="LiveId" clId="{FF89EF12-F5C7-4E5A-A278-2CAD51D6C7F2}" dt="2025-11-13T05:09:38.613" v="414"/>
          <ac:picMkLst>
            <pc:docMk/>
            <pc:sldMk cId="1509124090" sldId="277"/>
            <ac:picMk id="11" creationId="{EFE8149E-9395-268A-8704-561B9BE6AF2B}"/>
          </ac:picMkLst>
        </pc:picChg>
        <pc:picChg chg="add del mod">
          <ac:chgData name="Wade Eckert" userId="2a0534719079248d" providerId="LiveId" clId="{FF89EF12-F5C7-4E5A-A278-2CAD51D6C7F2}" dt="2025-11-13T05:15:11.542" v="425"/>
          <ac:picMkLst>
            <pc:docMk/>
            <pc:sldMk cId="1509124090" sldId="277"/>
            <ac:picMk id="12" creationId="{34F2AE24-AFA2-81B1-0D35-CEDD25E7F130}"/>
          </ac:picMkLst>
        </pc:picChg>
        <pc:picChg chg="add del mod ord">
          <ac:chgData name="Wade Eckert" userId="2a0534719079248d" providerId="LiveId" clId="{FF89EF12-F5C7-4E5A-A278-2CAD51D6C7F2}" dt="2025-11-13T05:15:59.405" v="426"/>
          <ac:picMkLst>
            <pc:docMk/>
            <pc:sldMk cId="1509124090" sldId="277"/>
            <ac:picMk id="23" creationId="{DF645D4A-BF55-32EA-B8C1-3D535769C690}"/>
          </ac:picMkLst>
        </pc:picChg>
        <pc:picChg chg="add del mod">
          <ac:chgData name="Wade Eckert" userId="2a0534719079248d" providerId="LiveId" clId="{FF89EF12-F5C7-4E5A-A278-2CAD51D6C7F2}" dt="2025-11-13T05:40:11.502" v="538"/>
          <ac:picMkLst>
            <pc:docMk/>
            <pc:sldMk cId="1509124090" sldId="277"/>
            <ac:picMk id="24" creationId="{120FA8DF-DA48-1EA9-0D1D-E53BE908FC54}"/>
          </ac:picMkLst>
        </pc:picChg>
        <pc:picChg chg="add del mod ord">
          <ac:chgData name="Wade Eckert" userId="2a0534719079248d" providerId="LiveId" clId="{FF89EF12-F5C7-4E5A-A278-2CAD51D6C7F2}" dt="2025-11-13T05:40:23.452" v="539"/>
          <ac:picMkLst>
            <pc:docMk/>
            <pc:sldMk cId="1509124090" sldId="277"/>
            <ac:picMk id="41" creationId="{1CDBAC68-3757-3960-44E5-5270990B584B}"/>
          </ac:picMkLst>
        </pc:picChg>
        <pc:picChg chg="add del mod">
          <ac:chgData name="Wade Eckert" userId="2a0534719079248d" providerId="LiveId" clId="{FF89EF12-F5C7-4E5A-A278-2CAD51D6C7F2}" dt="2025-11-13T05:40:25.661" v="541"/>
          <ac:picMkLst>
            <pc:docMk/>
            <pc:sldMk cId="1509124090" sldId="277"/>
            <ac:picMk id="42" creationId="{2D6F250C-4978-BB3A-F73F-F8C0A68A942D}"/>
          </ac:picMkLst>
        </pc:picChg>
        <pc:picChg chg="add del mod ord">
          <ac:chgData name="Wade Eckert" userId="2a0534719079248d" providerId="LiveId" clId="{FF89EF12-F5C7-4E5A-A278-2CAD51D6C7F2}" dt="2025-11-13T05:41:09.397" v="542"/>
          <ac:picMkLst>
            <pc:docMk/>
            <pc:sldMk cId="1509124090" sldId="277"/>
            <ac:picMk id="45" creationId="{E07D8672-A01D-B0C8-607A-226BA7E0B2EA}"/>
          </ac:picMkLst>
        </pc:picChg>
        <pc:picChg chg="add mod">
          <ac:chgData name="Wade Eckert" userId="2a0534719079248d" providerId="LiveId" clId="{FF89EF12-F5C7-4E5A-A278-2CAD51D6C7F2}" dt="2025-11-13T05:41:09.397" v="542"/>
          <ac:picMkLst>
            <pc:docMk/>
            <pc:sldMk cId="1509124090" sldId="277"/>
            <ac:picMk id="46" creationId="{03F7CC8C-B7DB-4A3B-8A49-D50E868A030D}"/>
          </ac:picMkLst>
        </pc:picChg>
      </pc:sldChg>
      <pc:sldChg chg="addSp delSp modSp add mod modTransition modAnim">
        <pc:chgData name="Wade Eckert" userId="2a0534719079248d" providerId="LiveId" clId="{FF89EF12-F5C7-4E5A-A278-2CAD51D6C7F2}" dt="2025-11-13T05:26:19.839" v="490"/>
        <pc:sldMkLst>
          <pc:docMk/>
          <pc:sldMk cId="2990621554" sldId="278"/>
        </pc:sldMkLst>
        <pc:picChg chg="add del mod">
          <ac:chgData name="Wade Eckert" userId="2a0534719079248d" providerId="LiveId" clId="{FF89EF12-F5C7-4E5A-A278-2CAD51D6C7F2}" dt="2025-11-13T05:17:45.063" v="429"/>
          <ac:picMkLst>
            <pc:docMk/>
            <pc:sldMk cId="2990621554" sldId="278"/>
            <ac:picMk id="20" creationId="{C5B92675-F42E-64C6-8615-C7E293FA2CBC}"/>
          </ac:picMkLst>
        </pc:picChg>
        <pc:picChg chg="add del mod ord">
          <ac:chgData name="Wade Eckert" userId="2a0534719079248d" providerId="LiveId" clId="{FF89EF12-F5C7-4E5A-A278-2CAD51D6C7F2}" dt="2025-11-13T05:17:51.054" v="430"/>
          <ac:picMkLst>
            <pc:docMk/>
            <pc:sldMk cId="2990621554" sldId="278"/>
            <ac:picMk id="23" creationId="{71C12211-7B14-BFB3-BF97-7290F850B9B7}"/>
          </ac:picMkLst>
        </pc:picChg>
        <pc:picChg chg="add del mod">
          <ac:chgData name="Wade Eckert" userId="2a0534719079248d" providerId="LiveId" clId="{FF89EF12-F5C7-4E5A-A278-2CAD51D6C7F2}" dt="2025-11-13T05:17:52.335" v="432"/>
          <ac:picMkLst>
            <pc:docMk/>
            <pc:sldMk cId="2990621554" sldId="278"/>
            <ac:picMk id="24" creationId="{99523F52-BD35-39B5-676E-D062E67CBDF9}"/>
          </ac:picMkLst>
        </pc:picChg>
        <pc:picChg chg="add del mod ord">
          <ac:chgData name="Wade Eckert" userId="2a0534719079248d" providerId="LiveId" clId="{FF89EF12-F5C7-4E5A-A278-2CAD51D6C7F2}" dt="2025-11-13T05:18:04.186" v="433"/>
          <ac:picMkLst>
            <pc:docMk/>
            <pc:sldMk cId="2990621554" sldId="278"/>
            <ac:picMk id="27" creationId="{AD3E33FE-DC1F-2842-B25A-550593E6942C}"/>
          </ac:picMkLst>
        </pc:picChg>
        <pc:picChg chg="add del mod">
          <ac:chgData name="Wade Eckert" userId="2a0534719079248d" providerId="LiveId" clId="{FF89EF12-F5C7-4E5A-A278-2CAD51D6C7F2}" dt="2025-11-13T05:18:05.452" v="435"/>
          <ac:picMkLst>
            <pc:docMk/>
            <pc:sldMk cId="2990621554" sldId="278"/>
            <ac:picMk id="28" creationId="{1D17BE03-7555-74B7-3FE0-66735F975115}"/>
          </ac:picMkLst>
        </pc:picChg>
        <pc:picChg chg="add del mod ord">
          <ac:chgData name="Wade Eckert" userId="2a0534719079248d" providerId="LiveId" clId="{FF89EF12-F5C7-4E5A-A278-2CAD51D6C7F2}" dt="2025-11-13T05:18:18.077" v="436"/>
          <ac:picMkLst>
            <pc:docMk/>
            <pc:sldMk cId="2990621554" sldId="278"/>
            <ac:picMk id="31" creationId="{6B650AEA-E98E-42C4-9008-594A3BCDF403}"/>
          </ac:picMkLst>
        </pc:picChg>
        <pc:picChg chg="add del mod">
          <ac:chgData name="Wade Eckert" userId="2a0534719079248d" providerId="LiveId" clId="{FF89EF12-F5C7-4E5A-A278-2CAD51D6C7F2}" dt="2025-11-13T05:18:20.036" v="438"/>
          <ac:picMkLst>
            <pc:docMk/>
            <pc:sldMk cId="2990621554" sldId="278"/>
            <ac:picMk id="32" creationId="{A96EAFFD-AE62-2C79-D8D5-F1A82E4364ED}"/>
          </ac:picMkLst>
        </pc:picChg>
        <pc:picChg chg="add del mod ord">
          <ac:chgData name="Wade Eckert" userId="2a0534719079248d" providerId="LiveId" clId="{FF89EF12-F5C7-4E5A-A278-2CAD51D6C7F2}" dt="2025-11-13T05:18:30.070" v="439"/>
          <ac:picMkLst>
            <pc:docMk/>
            <pc:sldMk cId="2990621554" sldId="278"/>
            <ac:picMk id="35" creationId="{756F8BA2-DA36-D068-1BC4-034D09E4A6BC}"/>
          </ac:picMkLst>
        </pc:picChg>
        <pc:picChg chg="add del mod">
          <ac:chgData name="Wade Eckert" userId="2a0534719079248d" providerId="LiveId" clId="{FF89EF12-F5C7-4E5A-A278-2CAD51D6C7F2}" dt="2025-11-13T05:18:55.717" v="441"/>
          <ac:picMkLst>
            <pc:docMk/>
            <pc:sldMk cId="2990621554" sldId="278"/>
            <ac:picMk id="36" creationId="{EDA83E20-9701-7D94-E45F-B427CFCEC66D}"/>
          </ac:picMkLst>
        </pc:picChg>
        <pc:picChg chg="add del mod ord">
          <ac:chgData name="Wade Eckert" userId="2a0534719079248d" providerId="LiveId" clId="{FF89EF12-F5C7-4E5A-A278-2CAD51D6C7F2}" dt="2025-11-13T05:19:08.580" v="442"/>
          <ac:picMkLst>
            <pc:docMk/>
            <pc:sldMk cId="2990621554" sldId="278"/>
            <ac:picMk id="39" creationId="{FC60811F-84F1-E4C5-345D-18983BE6ECE2}"/>
          </ac:picMkLst>
        </pc:picChg>
        <pc:picChg chg="add del mod">
          <ac:chgData name="Wade Eckert" userId="2a0534719079248d" providerId="LiveId" clId="{FF89EF12-F5C7-4E5A-A278-2CAD51D6C7F2}" dt="2025-11-13T05:19:10.128" v="444"/>
          <ac:picMkLst>
            <pc:docMk/>
            <pc:sldMk cId="2990621554" sldId="278"/>
            <ac:picMk id="40" creationId="{9BABD1B5-939F-5C92-D6B8-CAF154C08F4E}"/>
          </ac:picMkLst>
        </pc:picChg>
        <pc:picChg chg="add del mod ord">
          <ac:chgData name="Wade Eckert" userId="2a0534719079248d" providerId="LiveId" clId="{FF89EF12-F5C7-4E5A-A278-2CAD51D6C7F2}" dt="2025-11-13T05:19:44.455" v="445"/>
          <ac:picMkLst>
            <pc:docMk/>
            <pc:sldMk cId="2990621554" sldId="278"/>
            <ac:picMk id="43" creationId="{000C720C-1B01-BA98-DA65-BF9184BC082B}"/>
          </ac:picMkLst>
        </pc:picChg>
        <pc:picChg chg="add del mod">
          <ac:chgData name="Wade Eckert" userId="2a0534719079248d" providerId="LiveId" clId="{FF89EF12-F5C7-4E5A-A278-2CAD51D6C7F2}" dt="2025-11-13T05:19:59.917" v="447"/>
          <ac:picMkLst>
            <pc:docMk/>
            <pc:sldMk cId="2990621554" sldId="278"/>
            <ac:picMk id="44" creationId="{DB9F6FF5-4A0E-5719-6A63-6B2A8B5AFCB2}"/>
          </ac:picMkLst>
        </pc:picChg>
        <pc:picChg chg="add del mod ord">
          <ac:chgData name="Wade Eckert" userId="2a0534719079248d" providerId="LiveId" clId="{FF89EF12-F5C7-4E5A-A278-2CAD51D6C7F2}" dt="2025-11-13T05:20:17.795" v="448"/>
          <ac:picMkLst>
            <pc:docMk/>
            <pc:sldMk cId="2990621554" sldId="278"/>
            <ac:picMk id="47" creationId="{6B4F665D-2C8D-BEA2-E7A9-477D424207B5}"/>
          </ac:picMkLst>
        </pc:picChg>
        <pc:picChg chg="add del mod">
          <ac:chgData name="Wade Eckert" userId="2a0534719079248d" providerId="LiveId" clId="{FF89EF12-F5C7-4E5A-A278-2CAD51D6C7F2}" dt="2025-11-13T05:20:19.383" v="450"/>
          <ac:picMkLst>
            <pc:docMk/>
            <pc:sldMk cId="2990621554" sldId="278"/>
            <ac:picMk id="48" creationId="{47D971AF-9EF4-2571-8A15-F47F9613A61D}"/>
          </ac:picMkLst>
        </pc:picChg>
        <pc:picChg chg="add del mod ord">
          <ac:chgData name="Wade Eckert" userId="2a0534719079248d" providerId="LiveId" clId="{FF89EF12-F5C7-4E5A-A278-2CAD51D6C7F2}" dt="2025-11-13T05:20:26.028" v="451"/>
          <ac:picMkLst>
            <pc:docMk/>
            <pc:sldMk cId="2990621554" sldId="278"/>
            <ac:picMk id="51" creationId="{38257744-F6FE-C1DD-6461-15A190638879}"/>
          </ac:picMkLst>
        </pc:picChg>
        <pc:picChg chg="add del mod">
          <ac:chgData name="Wade Eckert" userId="2a0534719079248d" providerId="LiveId" clId="{FF89EF12-F5C7-4E5A-A278-2CAD51D6C7F2}" dt="2025-11-13T05:20:41.087" v="453"/>
          <ac:picMkLst>
            <pc:docMk/>
            <pc:sldMk cId="2990621554" sldId="278"/>
            <ac:picMk id="52" creationId="{E2B4252B-7949-00CA-5B2E-04C9404C60C9}"/>
          </ac:picMkLst>
        </pc:picChg>
        <pc:picChg chg="add del mod ord">
          <ac:chgData name="Wade Eckert" userId="2a0534719079248d" providerId="LiveId" clId="{FF89EF12-F5C7-4E5A-A278-2CAD51D6C7F2}" dt="2025-11-13T05:21:15.018" v="454"/>
          <ac:picMkLst>
            <pc:docMk/>
            <pc:sldMk cId="2990621554" sldId="278"/>
            <ac:picMk id="55" creationId="{ABC36CC1-0C98-223D-6527-D172BA030FE4}"/>
          </ac:picMkLst>
        </pc:picChg>
        <pc:picChg chg="add del mod">
          <ac:chgData name="Wade Eckert" userId="2a0534719079248d" providerId="LiveId" clId="{FF89EF12-F5C7-4E5A-A278-2CAD51D6C7F2}" dt="2025-11-13T05:21:21.063" v="456"/>
          <ac:picMkLst>
            <pc:docMk/>
            <pc:sldMk cId="2990621554" sldId="278"/>
            <ac:picMk id="56" creationId="{D9FB87C1-6BC8-2CFE-39B2-AB21FFF68600}"/>
          </ac:picMkLst>
        </pc:picChg>
        <pc:picChg chg="add del mod ord">
          <ac:chgData name="Wade Eckert" userId="2a0534719079248d" providerId="LiveId" clId="{FF89EF12-F5C7-4E5A-A278-2CAD51D6C7F2}" dt="2025-11-13T05:21:29.487" v="457"/>
          <ac:picMkLst>
            <pc:docMk/>
            <pc:sldMk cId="2990621554" sldId="278"/>
            <ac:picMk id="59" creationId="{658C2063-5D57-7853-8B31-83479B7EAAAE}"/>
          </ac:picMkLst>
        </pc:picChg>
        <pc:picChg chg="add del mod">
          <ac:chgData name="Wade Eckert" userId="2a0534719079248d" providerId="LiveId" clId="{FF89EF12-F5C7-4E5A-A278-2CAD51D6C7F2}" dt="2025-11-13T05:21:31.079" v="459"/>
          <ac:picMkLst>
            <pc:docMk/>
            <pc:sldMk cId="2990621554" sldId="278"/>
            <ac:picMk id="60" creationId="{7C29BC4C-96D6-9710-D204-7CF66AD8C93E}"/>
          </ac:picMkLst>
        </pc:picChg>
        <pc:picChg chg="add del mod ord">
          <ac:chgData name="Wade Eckert" userId="2a0534719079248d" providerId="LiveId" clId="{FF89EF12-F5C7-4E5A-A278-2CAD51D6C7F2}" dt="2025-11-13T05:21:45.635" v="460"/>
          <ac:picMkLst>
            <pc:docMk/>
            <pc:sldMk cId="2990621554" sldId="278"/>
            <ac:picMk id="63" creationId="{91A839C7-8027-D252-D725-0A9F98EE0C03}"/>
          </ac:picMkLst>
        </pc:picChg>
        <pc:picChg chg="add del mod">
          <ac:chgData name="Wade Eckert" userId="2a0534719079248d" providerId="LiveId" clId="{FF89EF12-F5C7-4E5A-A278-2CAD51D6C7F2}" dt="2025-11-13T05:21:47.125" v="462"/>
          <ac:picMkLst>
            <pc:docMk/>
            <pc:sldMk cId="2990621554" sldId="278"/>
            <ac:picMk id="64" creationId="{D15C7A94-2710-AC0D-9ECC-038517CD3677}"/>
          </ac:picMkLst>
        </pc:picChg>
        <pc:picChg chg="add del mod ord">
          <ac:chgData name="Wade Eckert" userId="2a0534719079248d" providerId="LiveId" clId="{FF89EF12-F5C7-4E5A-A278-2CAD51D6C7F2}" dt="2025-11-13T05:22:06.409" v="463"/>
          <ac:picMkLst>
            <pc:docMk/>
            <pc:sldMk cId="2990621554" sldId="278"/>
            <ac:picMk id="67" creationId="{C17E9025-566C-D2ED-1FC9-0A0C65A31F73}"/>
          </ac:picMkLst>
        </pc:picChg>
        <pc:picChg chg="add del mod">
          <ac:chgData name="Wade Eckert" userId="2a0534719079248d" providerId="LiveId" clId="{FF89EF12-F5C7-4E5A-A278-2CAD51D6C7F2}" dt="2025-11-13T05:22:08.053" v="465"/>
          <ac:picMkLst>
            <pc:docMk/>
            <pc:sldMk cId="2990621554" sldId="278"/>
            <ac:picMk id="68" creationId="{35724314-7D1F-A683-DA14-A498C82F75B7}"/>
          </ac:picMkLst>
        </pc:picChg>
        <pc:picChg chg="add del mod ord">
          <ac:chgData name="Wade Eckert" userId="2a0534719079248d" providerId="LiveId" clId="{FF89EF12-F5C7-4E5A-A278-2CAD51D6C7F2}" dt="2025-11-13T05:22:21.189" v="466"/>
          <ac:picMkLst>
            <pc:docMk/>
            <pc:sldMk cId="2990621554" sldId="278"/>
            <ac:picMk id="71" creationId="{026936F6-4F4C-74D1-F27E-C07485B96F90}"/>
          </ac:picMkLst>
        </pc:picChg>
        <pc:picChg chg="add del mod">
          <ac:chgData name="Wade Eckert" userId="2a0534719079248d" providerId="LiveId" clId="{FF89EF12-F5C7-4E5A-A278-2CAD51D6C7F2}" dt="2025-11-13T05:22:22.611" v="468"/>
          <ac:picMkLst>
            <pc:docMk/>
            <pc:sldMk cId="2990621554" sldId="278"/>
            <ac:picMk id="72" creationId="{F1E52908-EDC4-3F65-E418-9D4627C14A12}"/>
          </ac:picMkLst>
        </pc:picChg>
        <pc:picChg chg="add del mod ord">
          <ac:chgData name="Wade Eckert" userId="2a0534719079248d" providerId="LiveId" clId="{FF89EF12-F5C7-4E5A-A278-2CAD51D6C7F2}" dt="2025-11-13T05:22:31.549" v="469"/>
          <ac:picMkLst>
            <pc:docMk/>
            <pc:sldMk cId="2990621554" sldId="278"/>
            <ac:picMk id="75" creationId="{CC94609F-E1F9-68CB-1FAF-AF6EB0819B39}"/>
          </ac:picMkLst>
        </pc:picChg>
        <pc:picChg chg="add del mod">
          <ac:chgData name="Wade Eckert" userId="2a0534719079248d" providerId="LiveId" clId="{FF89EF12-F5C7-4E5A-A278-2CAD51D6C7F2}" dt="2025-11-13T05:22:35.302" v="471"/>
          <ac:picMkLst>
            <pc:docMk/>
            <pc:sldMk cId="2990621554" sldId="278"/>
            <ac:picMk id="76" creationId="{EA800508-2855-3212-51B7-201CA0601C5F}"/>
          </ac:picMkLst>
        </pc:picChg>
        <pc:picChg chg="add del mod ord">
          <ac:chgData name="Wade Eckert" userId="2a0534719079248d" providerId="LiveId" clId="{FF89EF12-F5C7-4E5A-A278-2CAD51D6C7F2}" dt="2025-11-13T05:22:50.347" v="472"/>
          <ac:picMkLst>
            <pc:docMk/>
            <pc:sldMk cId="2990621554" sldId="278"/>
            <ac:picMk id="79" creationId="{328CB267-103E-CBA2-54DB-DF8AA77E8E04}"/>
          </ac:picMkLst>
        </pc:picChg>
        <pc:picChg chg="add del mod">
          <ac:chgData name="Wade Eckert" userId="2a0534719079248d" providerId="LiveId" clId="{FF89EF12-F5C7-4E5A-A278-2CAD51D6C7F2}" dt="2025-11-13T05:22:52.386" v="474"/>
          <ac:picMkLst>
            <pc:docMk/>
            <pc:sldMk cId="2990621554" sldId="278"/>
            <ac:picMk id="80" creationId="{1C811B44-5B00-DF69-8839-0ED01A88D581}"/>
          </ac:picMkLst>
        </pc:picChg>
        <pc:picChg chg="add del mod ord">
          <ac:chgData name="Wade Eckert" userId="2a0534719079248d" providerId="LiveId" clId="{FF89EF12-F5C7-4E5A-A278-2CAD51D6C7F2}" dt="2025-11-13T05:22:58.191" v="475"/>
          <ac:picMkLst>
            <pc:docMk/>
            <pc:sldMk cId="2990621554" sldId="278"/>
            <ac:picMk id="83" creationId="{8A1A7BE7-C63C-F4F6-DE06-A5002CC6DF1C}"/>
          </ac:picMkLst>
        </pc:picChg>
        <pc:picChg chg="add del mod">
          <ac:chgData name="Wade Eckert" userId="2a0534719079248d" providerId="LiveId" clId="{FF89EF12-F5C7-4E5A-A278-2CAD51D6C7F2}" dt="2025-11-13T05:23:03.352" v="477"/>
          <ac:picMkLst>
            <pc:docMk/>
            <pc:sldMk cId="2990621554" sldId="278"/>
            <ac:picMk id="84" creationId="{1F5CD8D2-2B0A-7B12-CCD0-561F7813EBEB}"/>
          </ac:picMkLst>
        </pc:picChg>
        <pc:picChg chg="add del mod ord">
          <ac:chgData name="Wade Eckert" userId="2a0534719079248d" providerId="LiveId" clId="{FF89EF12-F5C7-4E5A-A278-2CAD51D6C7F2}" dt="2025-11-13T05:23:12.260" v="478"/>
          <ac:picMkLst>
            <pc:docMk/>
            <pc:sldMk cId="2990621554" sldId="278"/>
            <ac:picMk id="87" creationId="{388835F0-8331-A71C-EE3C-CD15EDC886A9}"/>
          </ac:picMkLst>
        </pc:picChg>
        <pc:picChg chg="add del mod">
          <ac:chgData name="Wade Eckert" userId="2a0534719079248d" providerId="LiveId" clId="{FF89EF12-F5C7-4E5A-A278-2CAD51D6C7F2}" dt="2025-11-13T05:23:13.500" v="480"/>
          <ac:picMkLst>
            <pc:docMk/>
            <pc:sldMk cId="2990621554" sldId="278"/>
            <ac:picMk id="88" creationId="{BED90D08-67E6-5037-6D2F-95C4BED9941E}"/>
          </ac:picMkLst>
        </pc:picChg>
        <pc:picChg chg="add del mod ord">
          <ac:chgData name="Wade Eckert" userId="2a0534719079248d" providerId="LiveId" clId="{FF89EF12-F5C7-4E5A-A278-2CAD51D6C7F2}" dt="2025-11-13T05:23:50.469" v="481"/>
          <ac:picMkLst>
            <pc:docMk/>
            <pc:sldMk cId="2990621554" sldId="278"/>
            <ac:picMk id="91" creationId="{EBB59129-E35F-95B6-B460-D209748718B0}"/>
          </ac:picMkLst>
        </pc:picChg>
        <pc:picChg chg="add del mod">
          <ac:chgData name="Wade Eckert" userId="2a0534719079248d" providerId="LiveId" clId="{FF89EF12-F5C7-4E5A-A278-2CAD51D6C7F2}" dt="2025-11-13T05:23:52.400" v="483"/>
          <ac:picMkLst>
            <pc:docMk/>
            <pc:sldMk cId="2990621554" sldId="278"/>
            <ac:picMk id="92" creationId="{B8112145-0B20-244C-AAB1-E60769E78E11}"/>
          </ac:picMkLst>
        </pc:picChg>
        <pc:picChg chg="add del mod ord">
          <ac:chgData name="Wade Eckert" userId="2a0534719079248d" providerId="LiveId" clId="{FF89EF12-F5C7-4E5A-A278-2CAD51D6C7F2}" dt="2025-11-13T05:24:52.622" v="484"/>
          <ac:picMkLst>
            <pc:docMk/>
            <pc:sldMk cId="2990621554" sldId="278"/>
            <ac:picMk id="95" creationId="{DA6BA7DC-FD19-4AE9-B5BD-8911300B7EDD}"/>
          </ac:picMkLst>
        </pc:picChg>
        <pc:picChg chg="add del mod">
          <ac:chgData name="Wade Eckert" userId="2a0534719079248d" providerId="LiveId" clId="{FF89EF12-F5C7-4E5A-A278-2CAD51D6C7F2}" dt="2025-11-13T05:25:02.231" v="486"/>
          <ac:picMkLst>
            <pc:docMk/>
            <pc:sldMk cId="2990621554" sldId="278"/>
            <ac:picMk id="96" creationId="{BF08D0D9-DBEC-C64C-B5EF-1EE5813FE0EF}"/>
          </ac:picMkLst>
        </pc:picChg>
        <pc:picChg chg="add del mod ord">
          <ac:chgData name="Wade Eckert" userId="2a0534719079248d" providerId="LiveId" clId="{FF89EF12-F5C7-4E5A-A278-2CAD51D6C7F2}" dt="2025-11-13T05:25:08.820" v="487"/>
          <ac:picMkLst>
            <pc:docMk/>
            <pc:sldMk cId="2990621554" sldId="278"/>
            <ac:picMk id="99" creationId="{964AC672-F5AE-20FD-FC5A-75A3257FD1B1}"/>
          </ac:picMkLst>
        </pc:picChg>
        <pc:picChg chg="add del mod">
          <ac:chgData name="Wade Eckert" userId="2a0534719079248d" providerId="LiveId" clId="{FF89EF12-F5C7-4E5A-A278-2CAD51D6C7F2}" dt="2025-11-13T05:25:10.692" v="489"/>
          <ac:picMkLst>
            <pc:docMk/>
            <pc:sldMk cId="2990621554" sldId="278"/>
            <ac:picMk id="100" creationId="{BD0D9C4A-9A4F-C4C7-92FE-6D8802A7235F}"/>
          </ac:picMkLst>
        </pc:picChg>
        <pc:picChg chg="add del mod ord">
          <ac:chgData name="Wade Eckert" userId="2a0534719079248d" providerId="LiveId" clId="{FF89EF12-F5C7-4E5A-A278-2CAD51D6C7F2}" dt="2025-11-13T05:26:19.839" v="490"/>
          <ac:picMkLst>
            <pc:docMk/>
            <pc:sldMk cId="2990621554" sldId="278"/>
            <ac:picMk id="103" creationId="{FFDCB85C-9966-7863-C6A2-56FD3B3E3B21}"/>
          </ac:picMkLst>
        </pc:picChg>
        <pc:picChg chg="add mod">
          <ac:chgData name="Wade Eckert" userId="2a0534719079248d" providerId="LiveId" clId="{FF89EF12-F5C7-4E5A-A278-2CAD51D6C7F2}" dt="2025-11-13T05:26:19.839" v="490"/>
          <ac:picMkLst>
            <pc:docMk/>
            <pc:sldMk cId="2990621554" sldId="278"/>
            <ac:picMk id="104" creationId="{4A502F7A-E96F-9BEB-49AF-E06A89229D85}"/>
          </ac:picMkLst>
        </pc:picChg>
      </pc:sldChg>
      <pc:sldChg chg="addSp delSp modSp add mod modTransition modAnim">
        <pc:chgData name="Wade Eckert" userId="2a0534719079248d" providerId="LiveId" clId="{FF89EF12-F5C7-4E5A-A278-2CAD51D6C7F2}" dt="2025-11-13T05:31:00.447" v="506"/>
        <pc:sldMkLst>
          <pc:docMk/>
          <pc:sldMk cId="636430575" sldId="279"/>
        </pc:sldMkLst>
        <pc:picChg chg="add del mod">
          <ac:chgData name="Wade Eckert" userId="2a0534719079248d" providerId="LiveId" clId="{FF89EF12-F5C7-4E5A-A278-2CAD51D6C7F2}" dt="2025-11-13T05:30:29.168" v="505"/>
          <ac:picMkLst>
            <pc:docMk/>
            <pc:sldMk cId="636430575" sldId="279"/>
            <ac:picMk id="11" creationId="{522C5D25-1298-2385-C9C2-C542B919999F}"/>
          </ac:picMkLst>
        </pc:picChg>
        <pc:picChg chg="add del mod ord">
          <ac:chgData name="Wade Eckert" userId="2a0534719079248d" providerId="LiveId" clId="{FF89EF12-F5C7-4E5A-A278-2CAD51D6C7F2}" dt="2025-11-13T05:31:00.447" v="506"/>
          <ac:picMkLst>
            <pc:docMk/>
            <pc:sldMk cId="636430575" sldId="279"/>
            <ac:picMk id="17" creationId="{42AA63D6-BB99-B8D9-4C07-0D9CC6947FD4}"/>
          </ac:picMkLst>
        </pc:picChg>
        <pc:picChg chg="add mod">
          <ac:chgData name="Wade Eckert" userId="2a0534719079248d" providerId="LiveId" clId="{FF89EF12-F5C7-4E5A-A278-2CAD51D6C7F2}" dt="2025-11-13T05:31:00.447" v="506"/>
          <ac:picMkLst>
            <pc:docMk/>
            <pc:sldMk cId="636430575" sldId="279"/>
            <ac:picMk id="18" creationId="{753CA86E-2659-76C4-7297-5F825E3AE0FF}"/>
          </ac:picMkLst>
        </pc:picChg>
      </pc:sldChg>
      <pc:sldChg chg="addSp delSp modSp add mod modTransition modAnim">
        <pc:chgData name="Wade Eckert" userId="2a0534719079248d" providerId="LiveId" clId="{FF89EF12-F5C7-4E5A-A278-2CAD51D6C7F2}" dt="2025-11-13T05:32:21.116" v="510"/>
        <pc:sldMkLst>
          <pc:docMk/>
          <pc:sldMk cId="3247926020" sldId="280"/>
        </pc:sldMkLst>
        <pc:picChg chg="add del mod">
          <ac:chgData name="Wade Eckert" userId="2a0534719079248d" providerId="LiveId" clId="{FF89EF12-F5C7-4E5A-A278-2CAD51D6C7F2}" dt="2025-11-13T05:32:13.065" v="509"/>
          <ac:picMkLst>
            <pc:docMk/>
            <pc:sldMk cId="3247926020" sldId="280"/>
            <ac:picMk id="15" creationId="{89FED5E6-DE07-83E4-2948-B822CC58D042}"/>
          </ac:picMkLst>
        </pc:picChg>
        <pc:picChg chg="add del mod ord">
          <ac:chgData name="Wade Eckert" userId="2a0534719079248d" providerId="LiveId" clId="{FF89EF12-F5C7-4E5A-A278-2CAD51D6C7F2}" dt="2025-11-13T05:32:21.116" v="510"/>
          <ac:picMkLst>
            <pc:docMk/>
            <pc:sldMk cId="3247926020" sldId="280"/>
            <ac:picMk id="20" creationId="{3EB56049-BD5E-957B-BD58-FEAD44D5E587}"/>
          </ac:picMkLst>
        </pc:picChg>
        <pc:picChg chg="add mod">
          <ac:chgData name="Wade Eckert" userId="2a0534719079248d" providerId="LiveId" clId="{FF89EF12-F5C7-4E5A-A278-2CAD51D6C7F2}" dt="2025-11-13T05:32:21.116" v="510"/>
          <ac:picMkLst>
            <pc:docMk/>
            <pc:sldMk cId="3247926020" sldId="280"/>
            <ac:picMk id="21" creationId="{1256B648-F6AF-9CC1-6ADF-AEBA62452E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621C5-B98B-4C39-97E1-037AF2C9BB9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CBDB0-C0E0-4821-BCB8-5C9DD52B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5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CBDB0-C0E0-4821-BCB8-5C9DD52B64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0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764640" y="3531196"/>
            <a:ext cx="4693557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764641" y="1740475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00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86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800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000">
                <a:latin typeface=""/>
              </a:defRPr>
            </a:lvl4pPr>
            <a:lvl5pPr>
              <a:defRPr sz="2000">
                <a:latin typeface="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defRPr sz="4400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992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defRPr sz="4400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2073"/>
            <a:ext cx="8229600" cy="3872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800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000">
                <a:latin typeface=""/>
              </a:defRPr>
            </a:lvl4pPr>
            <a:lvl5pPr>
              <a:defRPr sz="2000">
                <a:latin typeface="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543587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292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BU logo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97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marL="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lang="en-US" sz="4400" b="0" i="0" kern="1200" baseline="0" dirty="0">
                <a:solidFill>
                  <a:srgbClr val="533F7E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69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PPT background_logo_Tex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"/>
              </a:defRPr>
            </a:lvl1pPr>
            <a:lvl2pPr>
              <a:defRPr sz="2000">
                <a:latin typeface=""/>
              </a:defRPr>
            </a:lvl2pPr>
            <a:lvl3pPr>
              <a:defRPr sz="1800">
                <a:latin typeface=""/>
              </a:defRPr>
            </a:lvl3pPr>
            <a:lvl4pPr>
              <a:defRPr sz="1600">
                <a:latin typeface=""/>
              </a:defRPr>
            </a:lvl4pPr>
            <a:lvl5pPr>
              <a:defRPr sz="1600">
                <a:latin typeface="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8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764641" y="2564887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00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32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1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05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51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89E3-9012-754D-ACFE-6D3D94DB23F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18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4400" b="0" i="0" kern="1200" baseline="0" dirty="0">
          <a:solidFill>
            <a:srgbClr val="533F7E"/>
          </a:solidFill>
          <a:latin typeface="Arial"/>
          <a:ea typeface="ＭＳ Ｐゴシック" charset="0"/>
          <a:cs typeface="ＭＳ Ｐゴシック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B413F"/>
          </a:solidFill>
          <a:latin typeface="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B413F"/>
          </a:solidFill>
          <a:latin typeface="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B413F"/>
          </a:solidFill>
          <a:latin typeface="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B413F"/>
          </a:solidFill>
          <a:latin typeface="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B413F"/>
          </a:solidFill>
          <a:latin typeface="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hyperlink" Target="https://www.khanacademy.org/computing/computer-science/cryptography" TargetMode="External"/><Relationship Id="rId5" Type="http://schemas.openxmlformats.org/officeDocument/2006/relationships/hyperlink" Target="https://www.numberanalytics.com/blog/cryptography-fundamentals-discrete-math" TargetMode="External"/><Relationship Id="rId4" Type="http://schemas.openxmlformats.org/officeDocument/2006/relationships/hyperlink" Target="https://ochicken.net/library/Cryptography/%28Undergraduate%20texts%20in%20mathematics%29%20Jeffrey%20Hoffstein%2C%20Jill%20Pipher%2C%20J.H.%20Silverman%20-%20An%20introduction%20to%20mathematical%20cryptography-Springer%20%282008%29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13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38449"/>
            <a:ext cx="8229600" cy="4296457"/>
          </a:xfrm>
        </p:spPr>
        <p:txBody>
          <a:bodyPr/>
          <a:lstStyle/>
          <a:p>
            <a:pPr marL="0" indent="0">
              <a:buNone/>
            </a:pPr>
            <a:r>
              <a:rPr sz="2400" dirty="0"/>
              <a:t>The encryption process:</a:t>
            </a:r>
            <a:br>
              <a:rPr lang="en-US" sz="2400" dirty="0"/>
            </a:br>
            <a:endParaRPr sz="2400" dirty="0"/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You enter a card number on a secure website</a:t>
            </a:r>
            <a:r>
              <a:rPr lang="en-US" sz="2400" dirty="0"/>
              <a:t>.</a:t>
            </a:r>
            <a:endParaRPr sz="2400" dirty="0"/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Browser uses the website’s PUBLIC key to scramble the data</a:t>
            </a:r>
            <a:r>
              <a:rPr lang="en-US" sz="2400" dirty="0"/>
              <a:t>.</a:t>
            </a:r>
            <a:endParaRPr sz="2400" dirty="0"/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Encrypted information is sent across the internet</a:t>
            </a:r>
            <a:r>
              <a:rPr lang="en-US" sz="2400" dirty="0"/>
              <a:t>.</a:t>
            </a:r>
            <a:endParaRPr sz="2400" dirty="0"/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The website uses its PRIVATE key to unlock the information</a:t>
            </a:r>
            <a:r>
              <a:rPr lang="en-US" sz="2400" dirty="0"/>
              <a:t>.</a:t>
            </a:r>
            <a:br>
              <a:rPr lang="en-US" sz="2400" dirty="0"/>
            </a:br>
            <a:endParaRPr sz="2400" dirty="0"/>
          </a:p>
          <a:p>
            <a:pPr marL="0" indent="0">
              <a:buNone/>
            </a:pPr>
            <a:r>
              <a:rPr sz="2400" dirty="0"/>
              <a:t>Even if intercepted, hackers only see meaningless numbers — not your card details.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How Encryption Secures Payments</a:t>
            </a:r>
          </a:p>
        </p:txBody>
      </p:sp>
      <p:pic>
        <p:nvPicPr>
          <p:cNvPr id="46" name="Audio 45">
            <a:hlinkClick r:id="" action="ppaction://media"/>
            <a:extLst>
              <a:ext uri="{FF2B5EF4-FFF2-40B4-BE49-F238E27FC236}">
                <a16:creationId xmlns:a16="http://schemas.microsoft.com/office/drawing/2014/main" id="{03F7CC8C-B7DB-4A3B-8A49-D50E868A030D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9124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385"/>
    </mc:Choice>
    <mc:Fallback>
      <p:transition spd="slow" advTm="403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Real-world example:</a:t>
            </a:r>
          </a:p>
          <a:p>
            <a:pPr lvl="1"/>
            <a:r>
              <a:rPr sz="1800" dirty="0"/>
              <a:t>Buying shoes online → your card info must stay private.</a:t>
            </a:r>
          </a:p>
          <a:p>
            <a:endParaRPr sz="1800" dirty="0"/>
          </a:p>
          <a:p>
            <a:r>
              <a:rPr sz="1800" dirty="0"/>
              <a:t>RSA demo (small numbers for learning):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1. Choose primes → p = 5, q = 11 → n = 55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2. Public exponent → e = 3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3. Card number (example) → 8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4. Encrypt → 8³ = 512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5. Apply modulus → 512 mod 55 = 17</a:t>
            </a:r>
          </a:p>
          <a:p>
            <a:pPr marL="0" indent="0">
              <a:buNone/>
            </a:pPr>
            <a:r>
              <a:rPr lang="en-US" sz="1800" dirty="0"/>
              <a:t>	6. </a:t>
            </a:r>
            <a:r>
              <a:rPr sz="1800" dirty="0"/>
              <a:t>Encrypted result = 17</a:t>
            </a:r>
            <a:br>
              <a:rPr lang="en-US" sz="1800" dirty="0"/>
            </a:br>
            <a:endParaRPr sz="1800" dirty="0"/>
          </a:p>
          <a:p>
            <a:r>
              <a:rPr sz="1800" dirty="0"/>
              <a:t>Meaning: even a simple number becomes unreadable without the private key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Example + Simple Demo</a:t>
            </a:r>
          </a:p>
        </p:txBody>
      </p:sp>
      <p:pic>
        <p:nvPicPr>
          <p:cNvPr id="104" name="Audio 103">
            <a:hlinkClick r:id="" action="ppaction://media"/>
            <a:extLst>
              <a:ext uri="{FF2B5EF4-FFF2-40B4-BE49-F238E27FC236}">
                <a16:creationId xmlns:a16="http://schemas.microsoft.com/office/drawing/2014/main" id="{4A502F7A-E96F-9BEB-49AF-E06A89229D8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0621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755"/>
    </mc:Choice>
    <mc:Fallback>
      <p:transition spd="slow" advTm="657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Key takeaways:</a:t>
            </a:r>
            <a:br>
              <a:rPr lang="en-US" sz="2400" dirty="0"/>
            </a:br>
            <a:endParaRPr sz="2400" dirty="0"/>
          </a:p>
          <a:p>
            <a:pPr lvl="1"/>
            <a:r>
              <a:rPr sz="2000" dirty="0"/>
              <a:t>Cryptography protects financial and personal data every day</a:t>
            </a:r>
            <a:r>
              <a:rPr lang="en-US" sz="2000" dirty="0"/>
              <a:t>.</a:t>
            </a:r>
            <a:br>
              <a:rPr lang="en-US" sz="2000" dirty="0"/>
            </a:br>
            <a:endParaRPr sz="2000" dirty="0"/>
          </a:p>
          <a:p>
            <a:pPr lvl="1"/>
            <a:r>
              <a:rPr sz="2000" dirty="0"/>
              <a:t>Modular arithmetic and prime numbers make encryption possible</a:t>
            </a:r>
            <a:r>
              <a:rPr lang="en-US" sz="2000" dirty="0"/>
              <a:t>.</a:t>
            </a:r>
            <a:br>
              <a:rPr lang="en-US" sz="2000" dirty="0"/>
            </a:br>
            <a:endParaRPr sz="2000" dirty="0"/>
          </a:p>
          <a:p>
            <a:pPr lvl="1"/>
            <a:r>
              <a:rPr sz="2000" dirty="0"/>
              <a:t>Without discrete math, secure online transactions, banking, and digital privacy would fail</a:t>
            </a:r>
            <a:r>
              <a:rPr lang="en-US" sz="2000" dirty="0"/>
              <a:t>.</a:t>
            </a:r>
            <a:br>
              <a:rPr lang="en-US" sz="2000" dirty="0"/>
            </a:br>
            <a:endParaRPr sz="2000" dirty="0"/>
          </a:p>
          <a:p>
            <a:pPr lvl="1"/>
            <a:r>
              <a:rPr sz="2000" dirty="0"/>
              <a:t>Discrete mathematics is not just theory — it protects every digital purchase and login you make.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753CA86E-2659-76C4-7297-5F825E3AE0F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430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954"/>
    </mc:Choice>
    <mc:Fallback>
      <p:transition spd="slow" advTm="27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1700" dirty="0" err="1"/>
              <a:t>Hoffstein</a:t>
            </a:r>
            <a:r>
              <a:rPr lang="en-US" sz="1700" dirty="0"/>
              <a:t>, J., Pipher, J., &amp; Silverman, J. H. (2008). </a:t>
            </a:r>
            <a:r>
              <a:rPr lang="en-US" sz="1700" i="1" dirty="0"/>
              <a:t>An Introduction to Mathematical Cryptography.</a:t>
            </a:r>
            <a:r>
              <a:rPr lang="en-US" sz="1700" dirty="0"/>
              <a:t> Springer. DOI: 10.1007/978-0-387-77994-2. Retrieved from </a:t>
            </a:r>
            <a:r>
              <a:rPr lang="en-US" sz="1700" u="sng" dirty="0">
                <a:hlinkClick r:id="rId4"/>
              </a:rPr>
              <a:t>https://ochicken.net/library/Cryptography/%28Undergraduate%20texts%20in%20mathematics%29%20Jeffrey%20Hoffstein%2C%20Jill%20Pipher%2C%20J.H.%20Silverman%20-%20An%20introduction%20to%20mathematical%20cryptography-Springer%20%282008%29.pdf</a:t>
            </a:r>
            <a:r>
              <a:rPr lang="en-US" sz="1700" dirty="0"/>
              <a:t> </a:t>
            </a:r>
            <a:br>
              <a:rPr lang="en-US" sz="1700" dirty="0"/>
            </a:br>
            <a:endParaRPr lang="en-US" sz="1700" dirty="0"/>
          </a:p>
          <a:p>
            <a:pPr fontAlgn="base"/>
            <a:r>
              <a:rPr lang="en-US" sz="1700" dirty="0"/>
              <a:t>Lee, S. (2025, May 19). </a:t>
            </a:r>
            <a:r>
              <a:rPr lang="en-US" sz="1700" i="1" dirty="0"/>
              <a:t>Cryptography Fundamentals in Discrete Math.</a:t>
            </a:r>
            <a:r>
              <a:rPr lang="en-US" sz="1700" dirty="0"/>
              <a:t> Number Analytics. Retrieved from </a:t>
            </a:r>
            <a:r>
              <a:rPr lang="en-US" sz="1700" u="sng" dirty="0">
                <a:hlinkClick r:id="rId5"/>
              </a:rPr>
              <a:t>https://www.numberanalytics.com/blog/cryptography-fundamentals-discrete-math</a:t>
            </a:r>
            <a:r>
              <a:rPr lang="en-US" sz="1700" dirty="0"/>
              <a:t> </a:t>
            </a:r>
            <a:br>
              <a:rPr lang="en-US" sz="1700" dirty="0"/>
            </a:br>
            <a:endParaRPr lang="en-US" sz="1700" dirty="0"/>
          </a:p>
          <a:p>
            <a:pPr fontAlgn="base"/>
            <a:r>
              <a:rPr lang="en-US" sz="1700" dirty="0"/>
              <a:t>“Modular Arithmetic and Cryptography.” *Khan Academy*, </a:t>
            </a:r>
            <a:r>
              <a:rPr lang="en-US" sz="1700" dirty="0">
                <a:hlinkClick r:id="rId6"/>
              </a:rPr>
              <a:t>https://www.khanacademy.org/computing/computer-science/cryptography</a:t>
            </a:r>
            <a:r>
              <a:rPr lang="en-US" sz="1700" dirty="0"/>
              <a:t>. 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1256B648-F6AF-9CC1-6ADF-AEBA62452E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47926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04"/>
    </mc:Choice>
    <mc:Fallback>
      <p:transition spd="slow" advTm="48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2CD4-FD81-9F32-2907-051520AD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EB6B5-4CA0-549C-4A82-3F3349E70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1800" dirty="0"/>
              <a:t>National Institute of Standards and Technology. “Public Key Cryptography.” *NIST Cybersecurity Resource Center*, https://csrc.nist.gov/projects/public-key-cryptography.  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/>
              <a:t>Rosen, Kenneth H. *Discrete Mathematics and Its Applications*. 8th ed., McGraw-Hill Education, 2019. </a:t>
            </a:r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dirty="0"/>
              <a:t>Sheldon, R. (2023, October 10). What is password entropy?: Definition from TechTarget. </a:t>
            </a:r>
            <a:r>
              <a:rPr lang="en-US" sz="1800" dirty="0" err="1"/>
              <a:t>WhatIs</a:t>
            </a:r>
            <a:r>
              <a:rPr lang="en-US" sz="1800" dirty="0"/>
              <a:t>. https://www.techtarget.com/whatis/definition/password-entropy </a:t>
            </a:r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dirty="0"/>
              <a:t>Stallings, William. *Cryptography and Network Security: Principles and Practice*. 8th ed., Pearson, 2023.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B7C908-31BC-34CC-10F4-000D25AF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E30F18D1-DE2F-D7C9-74C8-9E367DBC6E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48758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98"/>
    </mc:Choice>
    <mc:Fallback>
      <p:transition spd="slow" advTm="29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93B0-5EF5-6DDF-7BF7-656EDC43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DAB9-2C60-F011-98EA-DE38716F3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0601" y="2647568"/>
            <a:ext cx="5953399" cy="1388236"/>
          </a:xfrm>
        </p:spPr>
        <p:txBody>
          <a:bodyPr/>
          <a:lstStyle/>
          <a:p>
            <a:r>
              <a:rPr lang="en-US" sz="5400" dirty="0">
                <a:ea typeface="ＭＳ Ｐゴシック"/>
              </a:rPr>
              <a:t>Thanks for listening!</a:t>
            </a:r>
          </a:p>
        </p:txBody>
      </p:sp>
      <p:pic>
        <p:nvPicPr>
          <p:cNvPr id="36" name="Audio 35">
            <a:hlinkClick r:id="" action="ppaction://media"/>
            <a:extLst>
              <a:ext uri="{FF2B5EF4-FFF2-40B4-BE49-F238E27FC236}">
                <a16:creationId xmlns:a16="http://schemas.microsoft.com/office/drawing/2014/main" id="{F8530869-226C-B7CD-DE4D-38954B5AD04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7092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84"/>
    </mc:Choice>
    <mc:Fallback>
      <p:transition spd="slow" advTm="52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9"/>
  <p:tag name="ARTICULATE_PROJECT_OPEN" val="0"/>
  <p:tag name="ARTICULATE_DESIGN_ID_OFFICE THEME" val="DPiYUL0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5.7|7.2|6.5|7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5.5|5.8|4.1|3.9|5.9|1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6|5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A3769F158CB1499BE0E330660BC872" ma:contentTypeVersion="3" ma:contentTypeDescription="Create a new document." ma:contentTypeScope="" ma:versionID="978729a1c4640db62340ef3f1a68e3d5">
  <xsd:schema xmlns:xsd="http://www.w3.org/2001/XMLSchema" xmlns:xs="http://www.w3.org/2001/XMLSchema" xmlns:p="http://schemas.microsoft.com/office/2006/metadata/properties" xmlns:ns2="3498469e-27dc-4a4b-83fe-900aadebb81d" targetNamespace="http://schemas.microsoft.com/office/2006/metadata/properties" ma:root="true" ma:fieldsID="f5f4b13babf236c99fa65b0c8ca90ed5" ns2:_="">
    <xsd:import namespace="3498469e-27dc-4a4b-83fe-900aadebb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98469e-27dc-4a4b-83fe-900aadebb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C9AFAE-275A-45F9-AC5A-381BB67B56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E1863-917C-401F-A185-E2C231E8634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1A9CBA6-3C11-4E67-859D-0465F45E43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98469e-27dc-4a4b-83fe-900aadebb8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480</Words>
  <Application>Microsoft Office PowerPoint</Application>
  <PresentationFormat>On-screen Show (4:3)</PresentationFormat>
  <Paragraphs>39</Paragraphs>
  <Slides>6</Slides>
  <Notes>1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ＭＳ Ｐゴシック</vt:lpstr>
      <vt:lpstr>Aptos</vt:lpstr>
      <vt:lpstr>Arial</vt:lpstr>
      <vt:lpstr>Calibri</vt:lpstr>
      <vt:lpstr>Office Theme</vt:lpstr>
      <vt:lpstr>How Encryption Secures Payments</vt:lpstr>
      <vt:lpstr>Real Example + Simple Demo</vt:lpstr>
      <vt:lpstr>Conclusion</vt:lpstr>
      <vt:lpstr>References</vt:lpstr>
      <vt:lpstr>References</vt:lpstr>
      <vt:lpstr>Thanks for listening!</vt:lpstr>
    </vt:vector>
  </TitlesOfParts>
  <Company>Bailey Lauerman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Jiear Vang</dc:creator>
  <cp:lastModifiedBy>Wade Eckert</cp:lastModifiedBy>
  <cp:revision>28</cp:revision>
  <dcterms:created xsi:type="dcterms:W3CDTF">2015-02-06T15:48:06Z</dcterms:created>
  <dcterms:modified xsi:type="dcterms:W3CDTF">2025-11-13T05:47:52Z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1FFFA739-56BB-48D1-AEA6-9D67A4BA80AD</vt:lpwstr>
  </property>
  <property fmtid="{D5CDD505-2E9C-101B-9397-08002B2CF9AE}" pid="3" name="ArticulatePath">
    <vt:lpwstr>https://bellevueuniversity-my.sharepoint.com/personal/jheitz_bellevue_edu/Documents/Quality/QA/BU Powerpoint Templates/BELLE142409_Logo_GoldLine</vt:lpwstr>
  </property>
  <property fmtid="{D5CDD505-2E9C-101B-9397-08002B2CF9AE}" pid="4" name="ContentTypeId">
    <vt:lpwstr>0x010100E1A3769F158CB1499BE0E330660BC872</vt:lpwstr>
  </property>
</Properties>
</file>