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7" r:id="rId2"/>
    <p:sldId id="266" r:id="rId3"/>
    <p:sldId id="265" r:id="rId4"/>
    <p:sldId id="259" r:id="rId5"/>
    <p:sldId id="260" r:id="rId6"/>
    <p:sldId id="261" r:id="rId7"/>
    <p:sldId id="262" r:id="rId8"/>
    <p:sldId id="263" r:id="rId9"/>
    <p:sldId id="264" r:id="rId10"/>
  </p:sldIdLst>
  <p:sldSz cx="9144000" cy="6858000" type="screen4x3"/>
  <p:notesSz cx="6858000" cy="9144000"/>
  <p:custDataLst>
    <p:tags r:id="rId1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413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CD651D-0E94-4D2C-B52F-3EDF1A499252}" v="46" dt="2023-02-20T18:27:03.3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109" d="100"/>
          <a:sy n="109" d="100"/>
        </p:scale>
        <p:origin x="41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el Heitz" userId="a278630b-46a7-4973-a6b9-1dab4539bbc9" providerId="ADAL" clId="{77D6D756-D2EF-42D5-95F2-ADC035CA3BD4}"/>
    <pc:docChg chg="custSel modSld modMainMaster replTag delTag">
      <pc:chgData name="Janel Heitz" userId="a278630b-46a7-4973-a6b9-1dab4539bbc9" providerId="ADAL" clId="{77D6D756-D2EF-42D5-95F2-ADC035CA3BD4}" dt="2023-02-20T18:45:29.936" v="91"/>
      <pc:docMkLst>
        <pc:docMk/>
      </pc:docMkLst>
      <pc:sldChg chg="addSp modSp mod replTag delTag">
        <pc:chgData name="Janel Heitz" userId="a278630b-46a7-4973-a6b9-1dab4539bbc9" providerId="ADAL" clId="{77D6D756-D2EF-42D5-95F2-ADC035CA3BD4}" dt="2023-02-20T18:30:21.053" v="10"/>
        <pc:sldMkLst>
          <pc:docMk/>
          <pc:sldMk cId="4207142827" sldId="262"/>
        </pc:sldMkLst>
        <pc:spChg chg="add mod">
          <ac:chgData name="Janel Heitz" userId="a278630b-46a7-4973-a6b9-1dab4539bbc9" providerId="ADAL" clId="{77D6D756-D2EF-42D5-95F2-ADC035CA3BD4}" dt="2023-02-20T18:30:17.946" v="8" actId="33699"/>
          <ac:spMkLst>
            <pc:docMk/>
            <pc:sldMk cId="4207142827" sldId="262"/>
            <ac:spMk id="2" creationId="{EA57E0C8-5119-1578-D427-E443375AC293}"/>
          </ac:spMkLst>
        </pc:spChg>
      </pc:sldChg>
      <pc:sldChg chg="replTag delTag">
        <pc:chgData name="Janel Heitz" userId="a278630b-46a7-4973-a6b9-1dab4539bbc9" providerId="ADAL" clId="{77D6D756-D2EF-42D5-95F2-ADC035CA3BD4}" dt="2023-02-20T18:30:10.085" v="5"/>
        <pc:sldMkLst>
          <pc:docMk/>
          <pc:sldMk cId="18605301" sldId="263"/>
        </pc:sldMkLst>
      </pc:sldChg>
      <pc:sldChg chg="replTag delTag">
        <pc:chgData name="Janel Heitz" userId="a278630b-46a7-4973-a6b9-1dab4539bbc9" providerId="ADAL" clId="{77D6D756-D2EF-42D5-95F2-ADC035CA3BD4}" dt="2023-02-20T18:43:56.693" v="18"/>
        <pc:sldMkLst>
          <pc:docMk/>
          <pc:sldMk cId="1827697846" sldId="267"/>
        </pc:sldMkLst>
      </pc:sldChg>
      <pc:sldMasterChg chg="modSldLayout">
        <pc:chgData name="Janel Heitz" userId="a278630b-46a7-4973-a6b9-1dab4539bbc9" providerId="ADAL" clId="{77D6D756-D2EF-42D5-95F2-ADC035CA3BD4}" dt="2023-02-20T18:45:29.936" v="91"/>
        <pc:sldMasterMkLst>
          <pc:docMk/>
          <pc:sldMasterMk cId="1961885771" sldId="2147483648"/>
        </pc:sldMasterMkLst>
        <pc:sldLayoutChg chg="modSp mod replTag delTag">
          <pc:chgData name="Janel Heitz" userId="a278630b-46a7-4973-a6b9-1dab4539bbc9" providerId="ADAL" clId="{77D6D756-D2EF-42D5-95F2-ADC035CA3BD4}" dt="2023-02-20T18:44:10.768" v="21" actId="962"/>
          <pc:sldLayoutMkLst>
            <pc:docMk/>
            <pc:sldMasterMk cId="1961885771" sldId="2147483648"/>
            <pc:sldLayoutMk cId="210860543" sldId="2147483649"/>
          </pc:sldLayoutMkLst>
          <pc:picChg chg="mod">
            <ac:chgData name="Janel Heitz" userId="a278630b-46a7-4973-a6b9-1dab4539bbc9" providerId="ADAL" clId="{77D6D756-D2EF-42D5-95F2-ADC035CA3BD4}" dt="2023-02-20T18:44:10.768" v="21" actId="962"/>
            <ac:picMkLst>
              <pc:docMk/>
              <pc:sldMasterMk cId="1961885771" sldId="2147483648"/>
              <pc:sldLayoutMk cId="210860543" sldId="2147483649"/>
              <ac:picMk id="7" creationId="{00000000-0000-0000-0000-000000000000}"/>
            </ac:picMkLst>
          </pc:picChg>
        </pc:sldLayoutChg>
        <pc:sldLayoutChg chg="modSp mod replTag delTag">
          <pc:chgData name="Janel Heitz" userId="a278630b-46a7-4973-a6b9-1dab4539bbc9" providerId="ADAL" clId="{77D6D756-D2EF-42D5-95F2-ADC035CA3BD4}" dt="2023-02-20T18:44:21.197" v="30" actId="962"/>
          <pc:sldLayoutMkLst>
            <pc:docMk/>
            <pc:sldMasterMk cId="1961885771" sldId="2147483648"/>
            <pc:sldLayoutMk cId="2689920013" sldId="2147483650"/>
          </pc:sldLayoutMkLst>
          <pc:picChg chg="mod">
            <ac:chgData name="Janel Heitz" userId="a278630b-46a7-4973-a6b9-1dab4539bbc9" providerId="ADAL" clId="{77D6D756-D2EF-42D5-95F2-ADC035CA3BD4}" dt="2023-02-20T18:44:21.197" v="30" actId="962"/>
            <ac:picMkLst>
              <pc:docMk/>
              <pc:sldMasterMk cId="1961885771" sldId="2147483648"/>
              <pc:sldLayoutMk cId="2689920013" sldId="2147483650"/>
              <ac:picMk id="7" creationId="{00000000-0000-0000-0000-000000000000}"/>
            </ac:picMkLst>
          </pc:picChg>
          <pc:picChg chg="mod">
            <ac:chgData name="Janel Heitz" userId="a278630b-46a7-4973-a6b9-1dab4539bbc9" providerId="ADAL" clId="{77D6D756-D2EF-42D5-95F2-ADC035CA3BD4}" dt="2023-02-20T18:44:15.976" v="25" actId="962"/>
            <ac:picMkLst>
              <pc:docMk/>
              <pc:sldMasterMk cId="1961885771" sldId="2147483648"/>
              <pc:sldLayoutMk cId="2689920013" sldId="2147483650"/>
              <ac:picMk id="8" creationId="{00000000-0000-0000-0000-000000000000}"/>
            </ac:picMkLst>
          </pc:picChg>
        </pc:sldLayoutChg>
        <pc:sldLayoutChg chg="modSp mod replTag delTag">
          <pc:chgData name="Janel Heitz" userId="a278630b-46a7-4973-a6b9-1dab4539bbc9" providerId="ADAL" clId="{77D6D756-D2EF-42D5-95F2-ADC035CA3BD4}" dt="2023-02-20T18:45:01.999" v="66"/>
          <pc:sldLayoutMkLst>
            <pc:docMk/>
            <pc:sldMasterMk cId="1961885771" sldId="2147483648"/>
            <pc:sldLayoutMk cId="4004972426" sldId="2147483651"/>
          </pc:sldLayoutMkLst>
          <pc:spChg chg="mod">
            <ac:chgData name="Janel Heitz" userId="a278630b-46a7-4973-a6b9-1dab4539bbc9" providerId="ADAL" clId="{77D6D756-D2EF-42D5-95F2-ADC035CA3BD4}" dt="2023-02-20T18:44:52.735" v="60" actId="962"/>
            <ac:spMkLst>
              <pc:docMk/>
              <pc:sldMasterMk cId="1961885771" sldId="2147483648"/>
              <pc:sldLayoutMk cId="4004972426" sldId="2147483651"/>
              <ac:spMk id="6" creationId="{00000000-0000-0000-0000-000000000000}"/>
            </ac:spMkLst>
          </pc:spChg>
        </pc:sldLayoutChg>
        <pc:sldLayoutChg chg="modSp mod replTag delTag">
          <pc:chgData name="Janel Heitz" userId="a278630b-46a7-4973-a6b9-1dab4539bbc9" providerId="ADAL" clId="{77D6D756-D2EF-42D5-95F2-ADC035CA3BD4}" dt="2023-02-20T18:45:13.023" v="73"/>
          <pc:sldLayoutMkLst>
            <pc:docMk/>
            <pc:sldMasterMk cId="1961885771" sldId="2147483648"/>
            <pc:sldLayoutMk cId="83699954" sldId="2147483652"/>
          </pc:sldLayoutMkLst>
          <pc:picChg chg="mod">
            <ac:chgData name="Janel Heitz" userId="a278630b-46a7-4973-a6b9-1dab4539bbc9" providerId="ADAL" clId="{77D6D756-D2EF-42D5-95F2-ADC035CA3BD4}" dt="2023-02-20T18:45:07.939" v="70" actId="962"/>
            <ac:picMkLst>
              <pc:docMk/>
              <pc:sldMasterMk cId="1961885771" sldId="2147483648"/>
              <pc:sldLayoutMk cId="83699954" sldId="2147483652"/>
              <ac:picMk id="8" creationId="{00000000-0000-0000-0000-000000000000}"/>
            </ac:picMkLst>
          </pc:picChg>
          <pc:picChg chg="mod">
            <ac:chgData name="Janel Heitz" userId="a278630b-46a7-4973-a6b9-1dab4539bbc9" providerId="ADAL" clId="{77D6D756-D2EF-42D5-95F2-ADC035CA3BD4}" dt="2023-02-20T18:45:11.571" v="71" actId="962"/>
            <ac:picMkLst>
              <pc:docMk/>
              <pc:sldMasterMk cId="1961885771" sldId="2147483648"/>
              <pc:sldLayoutMk cId="83699954" sldId="2147483652"/>
              <ac:picMk id="9" creationId="{00000000-0000-0000-0000-000000000000}"/>
            </ac:picMkLst>
          </pc:picChg>
        </pc:sldLayoutChg>
        <pc:sldLayoutChg chg="modSp mod replTag delTag">
          <pc:chgData name="Janel Heitz" userId="a278630b-46a7-4973-a6b9-1dab4539bbc9" providerId="ADAL" clId="{77D6D756-D2EF-42D5-95F2-ADC035CA3BD4}" dt="2023-02-20T18:45:16.994" v="79"/>
          <pc:sldLayoutMkLst>
            <pc:docMk/>
            <pc:sldMasterMk cId="1961885771" sldId="2147483648"/>
            <pc:sldLayoutMk cId="905327197" sldId="2147483654"/>
          </pc:sldLayoutMkLst>
          <pc:picChg chg="mod">
            <ac:chgData name="Janel Heitz" userId="a278630b-46a7-4973-a6b9-1dab4539bbc9" providerId="ADAL" clId="{77D6D756-D2EF-42D5-95F2-ADC035CA3BD4}" dt="2023-02-20T18:45:16.311" v="77" actId="962"/>
            <ac:picMkLst>
              <pc:docMk/>
              <pc:sldMasterMk cId="1961885771" sldId="2147483648"/>
              <pc:sldLayoutMk cId="905327197" sldId="2147483654"/>
              <ac:picMk id="7" creationId="{00000000-0000-0000-0000-000000000000}"/>
            </ac:picMkLst>
          </pc:picChg>
        </pc:sldLayoutChg>
        <pc:sldLayoutChg chg="modSp mod replTag delTag">
          <pc:chgData name="Janel Heitz" userId="a278630b-46a7-4973-a6b9-1dab4539bbc9" providerId="ADAL" clId="{77D6D756-D2EF-42D5-95F2-ADC035CA3BD4}" dt="2023-02-20T18:45:24.368" v="85"/>
          <pc:sldLayoutMkLst>
            <pc:docMk/>
            <pc:sldMasterMk cId="1961885771" sldId="2147483648"/>
            <pc:sldLayoutMk cId="178055032" sldId="2147483656"/>
          </pc:sldLayoutMkLst>
          <pc:picChg chg="mod">
            <ac:chgData name="Janel Heitz" userId="a278630b-46a7-4973-a6b9-1dab4539bbc9" providerId="ADAL" clId="{77D6D756-D2EF-42D5-95F2-ADC035CA3BD4}" dt="2023-02-20T18:45:23.404" v="83" actId="962"/>
            <ac:picMkLst>
              <pc:docMk/>
              <pc:sldMasterMk cId="1961885771" sldId="2147483648"/>
              <pc:sldLayoutMk cId="178055032" sldId="2147483656"/>
              <ac:picMk id="8" creationId="{00000000-0000-0000-0000-000000000000}"/>
            </ac:picMkLst>
          </pc:picChg>
        </pc:sldLayoutChg>
        <pc:sldLayoutChg chg="modSp mod replTag delTag">
          <pc:chgData name="Janel Heitz" userId="a278630b-46a7-4973-a6b9-1dab4539bbc9" providerId="ADAL" clId="{77D6D756-D2EF-42D5-95F2-ADC035CA3BD4}" dt="2023-02-20T18:45:29.936" v="91"/>
          <pc:sldLayoutMkLst>
            <pc:docMk/>
            <pc:sldMasterMk cId="1961885771" sldId="2147483648"/>
            <pc:sldLayoutMk cId="2413519046" sldId="2147483657"/>
          </pc:sldLayoutMkLst>
          <pc:picChg chg="mod">
            <ac:chgData name="Janel Heitz" userId="a278630b-46a7-4973-a6b9-1dab4539bbc9" providerId="ADAL" clId="{77D6D756-D2EF-42D5-95F2-ADC035CA3BD4}" dt="2023-02-20T18:45:28.992" v="89" actId="962"/>
            <ac:picMkLst>
              <pc:docMk/>
              <pc:sldMasterMk cId="1961885771" sldId="2147483648"/>
              <pc:sldLayoutMk cId="2413519046" sldId="2147483657"/>
              <ac:picMk id="7" creationId="{00000000-0000-0000-0000-000000000000}"/>
            </ac:picMkLst>
          </pc:picChg>
        </pc:sldLayoutChg>
        <pc:sldLayoutChg chg="modSp mod replTag delTag">
          <pc:chgData name="Janel Heitz" userId="a278630b-46a7-4973-a6b9-1dab4539bbc9" providerId="ADAL" clId="{77D6D756-D2EF-42D5-95F2-ADC035CA3BD4}" dt="2023-02-20T18:44:59.022" v="64"/>
          <pc:sldLayoutMkLst>
            <pc:docMk/>
            <pc:sldMasterMk cId="1961885771" sldId="2147483648"/>
            <pc:sldLayoutMk cId="4112926427" sldId="2147483658"/>
          </pc:sldLayoutMkLst>
          <pc:picChg chg="mod">
            <ac:chgData name="Janel Heitz" userId="a278630b-46a7-4973-a6b9-1dab4539bbc9" providerId="ADAL" clId="{77D6D756-D2EF-42D5-95F2-ADC035CA3BD4}" dt="2023-02-20T18:44:31.951" v="35" actId="962"/>
            <ac:picMkLst>
              <pc:docMk/>
              <pc:sldMasterMk cId="1961885771" sldId="2147483648"/>
              <pc:sldLayoutMk cId="4112926427" sldId="2147483658"/>
              <ac:picMk id="9" creationId="{00000000-0000-0000-0000-000000000000}"/>
            </ac:picMkLst>
          </pc:picChg>
          <pc:picChg chg="mod">
            <ac:chgData name="Janel Heitz" userId="a278630b-46a7-4973-a6b9-1dab4539bbc9" providerId="ADAL" clId="{77D6D756-D2EF-42D5-95F2-ADC035CA3BD4}" dt="2023-02-20T18:44:28.537" v="34" actId="962"/>
            <ac:picMkLst>
              <pc:docMk/>
              <pc:sldMasterMk cId="1961885771" sldId="2147483648"/>
              <pc:sldLayoutMk cId="4112926427" sldId="2147483658"/>
              <ac:picMk id="11" creationId="{00000000-0000-0000-0000-000000000000}"/>
            </ac:picMkLst>
          </pc:picChg>
        </pc:sldLayoutChg>
      </pc:sldMaster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3.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p:nvPr>
        </p:nvSpPr>
        <p:spPr>
          <a:xfrm>
            <a:off x="3764640" y="3531196"/>
            <a:ext cx="4693557" cy="1687575"/>
          </a:xfrm>
          <a:prstGeom prst="rect">
            <a:avLst/>
          </a:prstGeom>
        </p:spPr>
        <p:txBody>
          <a:bodyPr>
            <a:normAutofit/>
          </a:bodyPr>
          <a:lstStyle>
            <a:lvl1pPr marL="0" indent="0" algn="ctr">
              <a:buNone/>
              <a:defRPr sz="3000">
                <a:solidFill>
                  <a:schemeClr val="tx1">
                    <a:tint val="75000"/>
                  </a:schemeClr>
                </a:solidFill>
                <a:latin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itle 1"/>
          <p:cNvSpPr>
            <a:spLocks noGrp="1"/>
          </p:cNvSpPr>
          <p:nvPr>
            <p:ph type="ctrTitle"/>
          </p:nvPr>
        </p:nvSpPr>
        <p:spPr>
          <a:xfrm>
            <a:off x="3764641" y="1740475"/>
            <a:ext cx="4693557" cy="1388236"/>
          </a:xfrm>
          <a:prstGeom prst="rect">
            <a:avLst/>
          </a:prstGeom>
        </p:spPr>
        <p:txBody>
          <a:bodyPr>
            <a:noAutofit/>
          </a:bodyPr>
          <a:lstStyle>
            <a:lvl1pPr>
              <a:defRPr sz="5500" baseline="0">
                <a:solidFill>
                  <a:srgbClr val="533F7E"/>
                </a:solidFill>
                <a:latin typeface="Arial"/>
                <a:cs typeface="Aria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210860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7">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11"/>
          </p:nvPr>
        </p:nvSpPr>
        <p:spPr/>
        <p:txBody>
          <a:bodyPr/>
          <a:lstStyle/>
          <a:p>
            <a:endParaRPr lang="en-US"/>
          </a:p>
        </p:txBody>
      </p:sp>
      <p:sp>
        <p:nvSpPr>
          <p:cNvPr id="9" name="Content Placeholder 2"/>
          <p:cNvSpPr>
            <a:spLocks noGrp="1"/>
          </p:cNvSpPr>
          <p:nvPr>
            <p:ph idx="1"/>
          </p:nvPr>
        </p:nvSpPr>
        <p:spPr>
          <a:xfrm>
            <a:off x="457200" y="1632857"/>
            <a:ext cx="8229600" cy="4296457"/>
          </a:xfrm>
          <a:prstGeom prst="rect">
            <a:avLst/>
          </a:prstGeom>
        </p:spPr>
        <p:txBody>
          <a:bodyPr/>
          <a:lstStyle>
            <a:lvl1pPr>
              <a:defRPr sz="3200">
                <a:latin typeface=""/>
              </a:defRPr>
            </a:lvl1pPr>
            <a:lvl2pPr>
              <a:defRPr sz="2800">
                <a:latin typeface=""/>
              </a:defRPr>
            </a:lvl2pPr>
            <a:lvl3pPr>
              <a:defRPr sz="2400">
                <a:latin typeface=""/>
              </a:defRPr>
            </a:lvl3pPr>
            <a:lvl4pPr>
              <a:defRPr sz="2000">
                <a:latin typeface=""/>
              </a:defRPr>
            </a:lvl4pPr>
            <a:lvl5pPr>
              <a:defRPr sz="2000">
                <a:latin typeface=""/>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3"/>
          <p:cNvSpPr txBox="1">
            <a:spLocks/>
          </p:cNvSpPr>
          <p:nvPr userDrawn="1"/>
        </p:nvSpPr>
        <p:spPr>
          <a:xfrm>
            <a:off x="457200" y="6356350"/>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5642705-0869-5E41-BF54-4C6A6B6F7BB4}" type="slidenum">
              <a:rPr lang="en-US" smtClean="0">
                <a:latin typeface="Arial"/>
              </a:rPr>
              <a:pPr>
                <a:defRPr/>
              </a:pPr>
              <a:t>‹#›</a:t>
            </a:fld>
            <a:endParaRPr lang="en-US" dirty="0">
              <a:latin typeface="Arial"/>
            </a:endParaRPr>
          </a:p>
        </p:txBody>
      </p:sp>
      <p:sp>
        <p:nvSpPr>
          <p:cNvPr id="12" name="Title 1"/>
          <p:cNvSpPr>
            <a:spLocks noGrp="1"/>
          </p:cNvSpPr>
          <p:nvPr>
            <p:ph type="title"/>
          </p:nvPr>
        </p:nvSpPr>
        <p:spPr>
          <a:xfrm>
            <a:off x="457200" y="245443"/>
            <a:ext cx="8229600" cy="969466"/>
          </a:xfrm>
        </p:spPr>
        <p:txBody>
          <a:bodyPr anchor="b">
            <a:normAutofit/>
          </a:bodyPr>
          <a:lstStyle>
            <a:lvl1pPr algn="l">
              <a:defRPr sz="4400" b="0" i="0" baseline="0">
                <a:solidFill>
                  <a:srgbClr val="533F7E"/>
                </a:solidFill>
                <a:latin typeface="Arial"/>
              </a:defRPr>
            </a:lvl1pPr>
          </a:lstStyle>
          <a:p>
            <a:r>
              <a:rPr lang="en-US"/>
              <a:t>Click to edit Master title style</a:t>
            </a:r>
            <a:endParaRPr lang="en-US" dirty="0"/>
          </a:p>
        </p:txBody>
      </p:sp>
      <p:pic>
        <p:nvPicPr>
          <p:cNvPr id="8" name="Picture 7">
            <a:extLs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57200" y="1307826"/>
            <a:ext cx="8229600" cy="50800"/>
          </a:xfrm>
          <a:prstGeom prst="rect">
            <a:avLst/>
          </a:prstGeom>
        </p:spPr>
      </p:pic>
    </p:spTree>
    <p:custDataLst>
      <p:tags r:id="rId1"/>
    </p:custDataLst>
    <p:extLst>
      <p:ext uri="{BB962C8B-B14F-4D97-AF65-F5344CB8AC3E}">
        <p14:creationId xmlns:p14="http://schemas.microsoft.com/office/powerpoint/2010/main" val="2689920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pic>
        <p:nvPicPr>
          <p:cNvPr id="9" name="Picture 7">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Footer Placeholder 3"/>
          <p:cNvSpPr>
            <a:spLocks noGrp="1"/>
          </p:cNvSpPr>
          <p:nvPr>
            <p:ph type="ftr" sz="quarter" idx="11"/>
          </p:nvPr>
        </p:nvSpPr>
        <p:spPr/>
        <p:txBody>
          <a:bodyPr/>
          <a:lstStyle/>
          <a:p>
            <a:endParaRPr lang="en-US"/>
          </a:p>
        </p:txBody>
      </p:sp>
      <p:sp>
        <p:nvSpPr>
          <p:cNvPr id="6" name="Title 1"/>
          <p:cNvSpPr>
            <a:spLocks noGrp="1"/>
          </p:cNvSpPr>
          <p:nvPr>
            <p:ph type="title"/>
          </p:nvPr>
        </p:nvSpPr>
        <p:spPr>
          <a:xfrm>
            <a:off x="457200" y="245443"/>
            <a:ext cx="8229600" cy="969466"/>
          </a:xfrm>
        </p:spPr>
        <p:txBody>
          <a:bodyPr anchor="b">
            <a:normAutofit/>
          </a:bodyPr>
          <a:lstStyle>
            <a:lvl1pPr algn="l">
              <a:defRPr sz="4400" b="0" i="0" baseline="0">
                <a:solidFill>
                  <a:srgbClr val="533F7E"/>
                </a:solidFill>
                <a:latin typeface="Arial"/>
              </a:defRPr>
            </a:lvl1pPr>
          </a:lstStyle>
          <a:p>
            <a:r>
              <a:rPr lang="en-US"/>
              <a:t>Click to edit Master title style</a:t>
            </a:r>
            <a:endParaRPr lang="en-US" dirty="0"/>
          </a:p>
        </p:txBody>
      </p:sp>
      <p:sp>
        <p:nvSpPr>
          <p:cNvPr id="7" name="Text Placeholder 3"/>
          <p:cNvSpPr>
            <a:spLocks noGrp="1"/>
          </p:cNvSpPr>
          <p:nvPr>
            <p:ph type="body" sz="half" idx="2"/>
          </p:nvPr>
        </p:nvSpPr>
        <p:spPr>
          <a:xfrm>
            <a:off x="457200" y="1132073"/>
            <a:ext cx="8229600" cy="387263"/>
          </a:xfrm>
        </p:spPr>
        <p:txBody>
          <a:bodyPr>
            <a:normAutofit/>
          </a:bodyPr>
          <a:lstStyle>
            <a:lvl1pPr marL="0" indent="0">
              <a:buNone/>
              <a:defRPr sz="1800">
                <a:solidFill>
                  <a:schemeClr val="bg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2"/>
          <p:cNvSpPr>
            <a:spLocks noGrp="1"/>
          </p:cNvSpPr>
          <p:nvPr>
            <p:ph idx="1"/>
          </p:nvPr>
        </p:nvSpPr>
        <p:spPr>
          <a:xfrm>
            <a:off x="457200" y="1632857"/>
            <a:ext cx="8229600" cy="4296457"/>
          </a:xfrm>
          <a:prstGeom prst="rect">
            <a:avLst/>
          </a:prstGeom>
        </p:spPr>
        <p:txBody>
          <a:bodyPr/>
          <a:lstStyle>
            <a:lvl1pPr>
              <a:defRPr sz="3200">
                <a:latin typeface=""/>
              </a:defRPr>
            </a:lvl1pPr>
            <a:lvl2pPr>
              <a:defRPr sz="2800">
                <a:latin typeface=""/>
              </a:defRPr>
            </a:lvl2pPr>
            <a:lvl3pPr>
              <a:defRPr sz="2400">
                <a:latin typeface=""/>
              </a:defRPr>
            </a:lvl3pPr>
            <a:lvl4pPr>
              <a:defRPr sz="2000">
                <a:latin typeface=""/>
              </a:defRPr>
            </a:lvl4pPr>
            <a:lvl5pPr>
              <a:defRPr sz="2000">
                <a:latin typeface=""/>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3"/>
          <p:cNvSpPr txBox="1">
            <a:spLocks/>
          </p:cNvSpPr>
          <p:nvPr userDrawn="1"/>
        </p:nvSpPr>
        <p:spPr>
          <a:xfrm>
            <a:off x="457200" y="6356350"/>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5642705-0869-5E41-BF54-4C6A6B6F7BB4}" type="slidenum">
              <a:rPr lang="en-US" smtClean="0">
                <a:latin typeface="Arial"/>
              </a:rPr>
              <a:pPr>
                <a:defRPr/>
              </a:pPr>
              <a:t>‹#›</a:t>
            </a:fld>
            <a:endParaRPr lang="en-US" dirty="0">
              <a:latin typeface="Arial"/>
            </a:endParaRPr>
          </a:p>
        </p:txBody>
      </p:sp>
      <p:pic>
        <p:nvPicPr>
          <p:cNvPr id="11" name="Picture 10">
            <a:extLs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57200" y="1543587"/>
            <a:ext cx="8229600" cy="50800"/>
          </a:xfrm>
          <a:prstGeom prst="rect">
            <a:avLst/>
          </a:prstGeom>
        </p:spPr>
      </p:pic>
    </p:spTree>
    <p:custDataLst>
      <p:tags r:id="rId1"/>
    </p:custDataLst>
    <p:extLst>
      <p:ext uri="{BB962C8B-B14F-4D97-AF65-F5344CB8AC3E}">
        <p14:creationId xmlns:p14="http://schemas.microsoft.com/office/powerpoint/2010/main" val="4112926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latin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E2E89E3-9012-754D-ACFE-6D3D94DB23F1}" type="datetimeFigureOut">
              <a:rPr lang="en-US" smtClean="0"/>
              <a:t>2/20/2023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descr="BU logo">
            <a:extLst>
              <a:ext uri="{C183D7F6-B498-43B3-948B-1728B52AA6E4}">
                <adec:decorative xmlns:adec="http://schemas.microsoft.com/office/drawing/2017/decorative" val="0"/>
              </a:ext>
            </a:extLst>
          </p:cNvPr>
          <p:cNvSpPr>
            <a:spLocks noGrp="1"/>
          </p:cNvSpPr>
          <p:nvPr>
            <p:ph type="sldNum" sz="quarter" idx="12"/>
          </p:nvPr>
        </p:nvSpPr>
        <p:spPr/>
        <p:txBody>
          <a:bodyPr/>
          <a:lstStyle/>
          <a:p>
            <a:fld id="{1A94F592-7035-BC42-B961-96A5B059A853}" type="slidenum">
              <a:rPr lang="en-US" smtClean="0"/>
              <a:t>‹#›</a:t>
            </a:fld>
            <a:endParaRPr lang="en-US"/>
          </a:p>
        </p:txBody>
      </p:sp>
    </p:spTree>
    <p:custDataLst>
      <p:tags r:id="rId1"/>
    </p:custDataLst>
    <p:extLst>
      <p:ext uri="{BB962C8B-B14F-4D97-AF65-F5344CB8AC3E}">
        <p14:creationId xmlns:p14="http://schemas.microsoft.com/office/powerpoint/2010/main" val="4004972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7">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274638"/>
            <a:ext cx="8229600" cy="1143000"/>
          </a:xfrm>
          <a:prstGeom prst="rect">
            <a:avLst/>
          </a:prstGeom>
        </p:spPr>
        <p:txBody>
          <a:bodyPr/>
          <a:lstStyle>
            <a:lvl1pPr marL="0" algn="l" defTabSz="457200" rtl="0" eaLnBrk="0" fontAlgn="base" latinLnBrk="0" hangingPunct="0">
              <a:spcBef>
                <a:spcPct val="0"/>
              </a:spcBef>
              <a:spcAft>
                <a:spcPct val="0"/>
              </a:spcAft>
              <a:defRPr lang="en-US" sz="4400" b="0" i="0" kern="1200" baseline="0" dirty="0">
                <a:solidFill>
                  <a:srgbClr val="533F7E"/>
                </a:solidFill>
                <a:latin typeface="Arial"/>
                <a:ea typeface="ＭＳ Ｐゴシック" charset="0"/>
                <a:cs typeface="ＭＳ Ｐゴシック" charset="0"/>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atin typeface="Arial"/>
              </a:defRPr>
            </a:lvl1pPr>
            <a:lvl2pPr>
              <a:defRPr sz="2400">
                <a:latin typeface="Arial"/>
              </a:defRPr>
            </a:lvl2pPr>
            <a:lvl3pPr>
              <a:defRPr sz="2000">
                <a:latin typeface="Arial"/>
              </a:defRPr>
            </a:lvl3pPr>
            <a:lvl4pPr>
              <a:defRPr sz="1800">
                <a:latin typeface="Arial"/>
              </a:defRPr>
            </a:lvl4pPr>
            <a:lvl5pPr>
              <a:defRPr sz="1800">
                <a:latin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atin typeface="Arial"/>
              </a:defRPr>
            </a:lvl1pPr>
            <a:lvl2pPr>
              <a:defRPr sz="2400">
                <a:latin typeface="Arial"/>
              </a:defRPr>
            </a:lvl2pPr>
            <a:lvl3pPr>
              <a:defRPr sz="2000">
                <a:latin typeface="Arial"/>
              </a:defRPr>
            </a:lvl3pPr>
            <a:lvl4pPr>
              <a:defRPr sz="1800">
                <a:latin typeface="Arial"/>
              </a:defRPr>
            </a:lvl4pPr>
            <a:lvl5pPr>
              <a:defRPr sz="1800">
                <a:latin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1"/>
          </p:nvPr>
        </p:nvSpPr>
        <p:spPr/>
        <p:txBody>
          <a:bodyPr/>
          <a:lstStyle/>
          <a:p>
            <a:endParaRPr lang="en-US"/>
          </a:p>
        </p:txBody>
      </p:sp>
      <p:sp>
        <p:nvSpPr>
          <p:cNvPr id="12" name="Slide Number Placeholder 3"/>
          <p:cNvSpPr txBox="1">
            <a:spLocks/>
          </p:cNvSpPr>
          <p:nvPr userDrawn="1"/>
        </p:nvSpPr>
        <p:spPr>
          <a:xfrm>
            <a:off x="457200" y="6356350"/>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5642705-0869-5E41-BF54-4C6A6B6F7BB4}" type="slidenum">
              <a:rPr lang="en-US" smtClean="0">
                <a:latin typeface="Arial"/>
              </a:rPr>
              <a:pPr>
                <a:defRPr/>
              </a:pPr>
              <a:t>‹#›</a:t>
            </a:fld>
            <a:endParaRPr lang="en-US" dirty="0">
              <a:latin typeface="Arial"/>
            </a:endParaRPr>
          </a:p>
        </p:txBody>
      </p:sp>
      <p:pic>
        <p:nvPicPr>
          <p:cNvPr id="8" name="Picture 7">
            <a:extLs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57200" y="1307826"/>
            <a:ext cx="8229600" cy="50800"/>
          </a:xfrm>
          <a:prstGeom prst="rect">
            <a:avLst/>
          </a:prstGeom>
        </p:spPr>
      </p:pic>
    </p:spTree>
    <p:custDataLst>
      <p:tags r:id="rId1"/>
    </p:custDataLst>
    <p:extLst>
      <p:ext uri="{BB962C8B-B14F-4D97-AF65-F5344CB8AC3E}">
        <p14:creationId xmlns:p14="http://schemas.microsoft.com/office/powerpoint/2010/main" val="83699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7" descr="PPT background_logo_Text.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atin typeface=""/>
              </a:defRPr>
            </a:lvl1pPr>
            <a:lvl2pPr>
              <a:defRPr sz="2000">
                <a:latin typeface=""/>
              </a:defRPr>
            </a:lvl2pPr>
            <a:lvl3pPr>
              <a:defRPr sz="1800">
                <a:latin typeface=""/>
              </a:defRPr>
            </a:lvl3pPr>
            <a:lvl4pPr>
              <a:defRPr sz="1600">
                <a:latin typeface=""/>
              </a:defRPr>
            </a:lvl4pPr>
            <a:lvl5pPr>
              <a:defRPr sz="1600">
                <a:latin typeface=""/>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atin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atin typeface="Arial"/>
              </a:defRPr>
            </a:lvl1pPr>
            <a:lvl2pPr>
              <a:defRPr sz="2000">
                <a:latin typeface="Arial"/>
              </a:defRPr>
            </a:lvl2pPr>
            <a:lvl3pPr>
              <a:defRPr sz="1800">
                <a:latin typeface="Arial"/>
              </a:defRPr>
            </a:lvl3pPr>
            <a:lvl4pPr>
              <a:defRPr sz="1600">
                <a:latin typeface="Arial"/>
              </a:defRPr>
            </a:lvl4pPr>
            <a:lvl5pPr>
              <a:defRPr sz="1600">
                <a:latin typeface="Aria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endParaRPr lang="en-US"/>
          </a:p>
        </p:txBody>
      </p:sp>
      <p:sp>
        <p:nvSpPr>
          <p:cNvPr id="12" name="Slide Number Placeholder 3"/>
          <p:cNvSpPr txBox="1">
            <a:spLocks/>
          </p:cNvSpPr>
          <p:nvPr userDrawn="1"/>
        </p:nvSpPr>
        <p:spPr>
          <a:xfrm>
            <a:off x="457200" y="6356350"/>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5642705-0869-5E41-BF54-4C6A6B6F7BB4}" type="slidenum">
              <a:rPr lang="en-US" smtClean="0">
                <a:latin typeface="Arial"/>
              </a:rPr>
              <a:pPr>
                <a:defRPr/>
              </a:pPr>
              <a:t>‹#›</a:t>
            </a:fld>
            <a:endParaRPr lang="en-US" dirty="0">
              <a:latin typeface="Arial"/>
            </a:endParaRPr>
          </a:p>
        </p:txBody>
      </p:sp>
      <p:pic>
        <p:nvPicPr>
          <p:cNvPr id="11" name="Picture 10"/>
          <p:cNvPicPr>
            <a:picLocks noChangeAspect="1"/>
          </p:cNvPicPr>
          <p:nvPr userDrawn="1"/>
        </p:nvPicPr>
        <p:blipFill>
          <a:blip r:embed="rId3"/>
          <a:stretch>
            <a:fillRect/>
          </a:stretch>
        </p:blipFill>
        <p:spPr>
          <a:xfrm>
            <a:off x="457200" y="1307826"/>
            <a:ext cx="8229600" cy="50800"/>
          </a:xfrm>
          <a:prstGeom prst="rect">
            <a:avLst/>
          </a:prstGeom>
        </p:spPr>
      </p:pic>
    </p:spTree>
    <p:extLst>
      <p:ext uri="{BB962C8B-B14F-4D97-AF65-F5344CB8AC3E}">
        <p14:creationId xmlns:p14="http://schemas.microsoft.com/office/powerpoint/2010/main" val="504181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7" name="Picture 6">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Title 1"/>
          <p:cNvSpPr>
            <a:spLocks noGrp="1"/>
          </p:cNvSpPr>
          <p:nvPr>
            <p:ph type="ctrTitle"/>
          </p:nvPr>
        </p:nvSpPr>
        <p:spPr>
          <a:xfrm>
            <a:off x="3764641" y="2564887"/>
            <a:ext cx="4693557" cy="1388236"/>
          </a:xfrm>
          <a:prstGeom prst="rect">
            <a:avLst/>
          </a:prstGeom>
        </p:spPr>
        <p:txBody>
          <a:bodyPr>
            <a:noAutofit/>
          </a:bodyPr>
          <a:lstStyle>
            <a:lvl1pPr>
              <a:defRPr sz="5500" baseline="0">
                <a:solidFill>
                  <a:srgbClr val="533F7E"/>
                </a:solidFill>
                <a:latin typeface="Arial"/>
                <a:cs typeface="Aria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905327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2E89E3-9012-754D-ACFE-6D3D94DB23F1}" type="datetimeFigureOut">
              <a:rPr lang="en-US" smtClean="0"/>
              <a:t>2/20/2023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94F592-7035-BC42-B961-96A5B059A853}" type="slidenum">
              <a:rPr lang="en-US" smtClean="0"/>
              <a:t>‹#›</a:t>
            </a:fld>
            <a:endParaRPr lang="en-US"/>
          </a:p>
        </p:txBody>
      </p:sp>
    </p:spTree>
    <p:extLst>
      <p:ext uri="{BB962C8B-B14F-4D97-AF65-F5344CB8AC3E}">
        <p14:creationId xmlns:p14="http://schemas.microsoft.com/office/powerpoint/2010/main" val="1933817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atin typeface="Arial"/>
              </a:defRPr>
            </a:lvl1pPr>
            <a:lvl2pPr>
              <a:defRPr sz="2800">
                <a:latin typeface="Arial"/>
              </a:defRPr>
            </a:lvl2pPr>
            <a:lvl3pPr>
              <a:defRPr sz="2400">
                <a:latin typeface="Arial"/>
              </a:defRPr>
            </a:lvl3pPr>
            <a:lvl4pPr>
              <a:defRPr sz="2000">
                <a:latin typeface="Arial"/>
              </a:defRPr>
            </a:lvl4pPr>
            <a:lvl5pPr>
              <a:defRPr sz="2000">
                <a:latin typeface="Aria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atin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6" name="Footer Placeholder 5"/>
          <p:cNvSpPr>
            <a:spLocks noGrp="1"/>
          </p:cNvSpPr>
          <p:nvPr>
            <p:ph type="ftr" sz="quarter" idx="11"/>
          </p:nvPr>
        </p:nvSpPr>
        <p:spPr/>
        <p:txBody>
          <a:bodyPr/>
          <a:lstStyle/>
          <a:p>
            <a:endParaRPr lang="en-US"/>
          </a:p>
        </p:txBody>
      </p:sp>
      <p:sp>
        <p:nvSpPr>
          <p:cNvPr id="10" name="Slide Number Placeholder 3"/>
          <p:cNvSpPr txBox="1">
            <a:spLocks/>
          </p:cNvSpPr>
          <p:nvPr userDrawn="1"/>
        </p:nvSpPr>
        <p:spPr>
          <a:xfrm>
            <a:off x="457200" y="6356350"/>
            <a:ext cx="21336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35642705-0869-5E41-BF54-4C6A6B6F7BB4}" type="slidenum">
              <a:rPr lang="en-US" smtClean="0">
                <a:latin typeface="Arial"/>
              </a:rPr>
              <a:pPr>
                <a:defRPr/>
              </a:pPr>
              <a:t>‹#›</a:t>
            </a:fld>
            <a:endParaRPr lang="en-US" dirty="0">
              <a:latin typeface="Arial"/>
            </a:endParaRPr>
          </a:p>
        </p:txBody>
      </p:sp>
    </p:spTree>
    <p:custDataLst>
      <p:tags r:id="rId1"/>
    </p:custDataLst>
    <p:extLst>
      <p:ext uri="{BB962C8B-B14F-4D97-AF65-F5344CB8AC3E}">
        <p14:creationId xmlns:p14="http://schemas.microsoft.com/office/powerpoint/2010/main" val="178055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d Frame">
    <p:spTree>
      <p:nvGrpSpPr>
        <p:cNvPr id="1" name=""/>
        <p:cNvGrpSpPr/>
        <p:nvPr/>
      </p:nvGrpSpPr>
      <p:grpSpPr>
        <a:xfrm>
          <a:off x="0" y="0"/>
          <a:ext cx="0" cy="0"/>
          <a:chOff x="0" y="0"/>
          <a:chExt cx="0" cy="0"/>
        </a:xfrm>
      </p:grpSpPr>
      <p:pic>
        <p:nvPicPr>
          <p:cNvPr id="7" name="Picture 6">
            <a:extLs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BE2E89E3-9012-754D-ACFE-6D3D94DB23F1}" type="datetimeFigureOut">
              <a:rPr lang="en-US" smtClean="0"/>
              <a:t>2/20/2023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94F592-7035-BC42-B961-96A5B059A853}" type="slidenum">
              <a:rPr lang="en-US" smtClean="0"/>
              <a:t>‹#›</a:t>
            </a:fld>
            <a:endParaRPr lang="en-US"/>
          </a:p>
        </p:txBody>
      </p:sp>
    </p:spTree>
    <p:custDataLst>
      <p:tags r:id="rId1"/>
    </p:custDataLst>
    <p:extLst>
      <p:ext uri="{BB962C8B-B14F-4D97-AF65-F5344CB8AC3E}">
        <p14:creationId xmlns:p14="http://schemas.microsoft.com/office/powerpoint/2010/main" val="2413519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2E89E3-9012-754D-ACFE-6D3D94DB23F1}" type="datetimeFigureOut">
              <a:rPr lang="en-US" smtClean="0"/>
              <a:t>2/20/2023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94F592-7035-BC42-B961-96A5B059A853}" type="slidenum">
              <a:rPr lang="en-US" smtClean="0"/>
              <a:t>‹#›</a:t>
            </a:fld>
            <a:endParaRPr lang="en-US"/>
          </a:p>
        </p:txBody>
      </p:sp>
      <p:sp>
        <p:nvSpPr>
          <p:cNvPr id="9"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1885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8" r:id="rId3"/>
    <p:sldLayoutId id="2147483651" r:id="rId4"/>
    <p:sldLayoutId id="2147483652" r:id="rId5"/>
    <p:sldLayoutId id="2147483653" r:id="rId6"/>
    <p:sldLayoutId id="2147483654" r:id="rId7"/>
    <p:sldLayoutId id="2147483655" r:id="rId8"/>
    <p:sldLayoutId id="2147483656" r:id="rId9"/>
    <p:sldLayoutId id="2147483657" r:id="rId10"/>
  </p:sldLayoutIdLst>
  <p:txStyles>
    <p:titleStyle>
      <a:lvl1pPr algn="ctr" defTabSz="457200" rtl="0" eaLnBrk="1" latinLnBrk="0" hangingPunct="1">
        <a:spcBef>
          <a:spcPct val="0"/>
        </a:spcBef>
        <a:buNone/>
        <a:defRPr lang="en-US" sz="4400" b="0" i="0" kern="1200" baseline="0" dirty="0">
          <a:solidFill>
            <a:srgbClr val="533F7E"/>
          </a:solidFill>
          <a:latin typeface="Arial"/>
          <a:ea typeface="ＭＳ Ｐゴシック" charset="0"/>
          <a:cs typeface="ＭＳ Ｐゴシック" charset="0"/>
        </a:defRPr>
      </a:lvl1pPr>
    </p:titleStyle>
    <p:bodyStyle>
      <a:lvl1pPr marL="342900" indent="-342900" algn="l" defTabSz="457200" rtl="0" eaLnBrk="1" latinLnBrk="0" hangingPunct="1">
        <a:spcBef>
          <a:spcPct val="20000"/>
        </a:spcBef>
        <a:buFont typeface="Arial"/>
        <a:buChar char="•"/>
        <a:defRPr sz="3200" kern="1200">
          <a:solidFill>
            <a:srgbClr val="3B413F"/>
          </a:solidFill>
          <a:latin typeface=""/>
          <a:ea typeface="+mn-ea"/>
          <a:cs typeface="+mn-cs"/>
        </a:defRPr>
      </a:lvl1pPr>
      <a:lvl2pPr marL="742950" indent="-285750" algn="l" defTabSz="457200" rtl="0" eaLnBrk="1" latinLnBrk="0" hangingPunct="1">
        <a:spcBef>
          <a:spcPct val="20000"/>
        </a:spcBef>
        <a:buFont typeface="Arial"/>
        <a:buChar char="–"/>
        <a:defRPr sz="2800" kern="1200">
          <a:solidFill>
            <a:srgbClr val="3B413F"/>
          </a:solidFill>
          <a:latin typeface=""/>
          <a:ea typeface="+mn-ea"/>
          <a:cs typeface="+mn-cs"/>
        </a:defRPr>
      </a:lvl2pPr>
      <a:lvl3pPr marL="1143000" indent="-228600" algn="l" defTabSz="457200" rtl="0" eaLnBrk="1" latinLnBrk="0" hangingPunct="1">
        <a:spcBef>
          <a:spcPct val="20000"/>
        </a:spcBef>
        <a:buFont typeface="Arial"/>
        <a:buChar char="•"/>
        <a:defRPr sz="2400" kern="1200">
          <a:solidFill>
            <a:srgbClr val="3B413F"/>
          </a:solidFill>
          <a:latin typeface=""/>
          <a:ea typeface="+mn-ea"/>
          <a:cs typeface="+mn-cs"/>
        </a:defRPr>
      </a:lvl3pPr>
      <a:lvl4pPr marL="1600200" indent="-228600" algn="l" defTabSz="457200" rtl="0" eaLnBrk="1" latinLnBrk="0" hangingPunct="1">
        <a:spcBef>
          <a:spcPct val="20000"/>
        </a:spcBef>
        <a:buFont typeface="Arial"/>
        <a:buChar char="–"/>
        <a:defRPr sz="2000" kern="1200">
          <a:solidFill>
            <a:srgbClr val="3B413F"/>
          </a:solidFill>
          <a:latin typeface=""/>
          <a:ea typeface="+mn-ea"/>
          <a:cs typeface="+mn-cs"/>
        </a:defRPr>
      </a:lvl4pPr>
      <a:lvl5pPr marL="2057400" indent="-228600" algn="l" defTabSz="457200" rtl="0" eaLnBrk="1" latinLnBrk="0" hangingPunct="1">
        <a:spcBef>
          <a:spcPct val="20000"/>
        </a:spcBef>
        <a:buFont typeface="Arial"/>
        <a:buChar char="»"/>
        <a:defRPr sz="2000" kern="1200">
          <a:solidFill>
            <a:srgbClr val="3B413F"/>
          </a:solidFill>
          <a:latin typeface=""/>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1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Title of Presentation</a:t>
            </a:r>
          </a:p>
        </p:txBody>
      </p:sp>
      <p:sp>
        <p:nvSpPr>
          <p:cNvPr id="2" name="Subtitle 1"/>
          <p:cNvSpPr>
            <a:spLocks noGrp="1"/>
          </p:cNvSpPr>
          <p:nvPr>
            <p:ph type="subTitle" idx="1"/>
          </p:nvPr>
        </p:nvSpPr>
        <p:spPr/>
        <p:txBody>
          <a:bodyPr/>
          <a:lstStyle/>
          <a:p>
            <a:r>
              <a:rPr lang="en-US" dirty="0"/>
              <a:t>Name </a:t>
            </a:r>
          </a:p>
          <a:p>
            <a:r>
              <a:rPr lang="en-US" dirty="0"/>
              <a:t>Department </a:t>
            </a:r>
          </a:p>
          <a:p>
            <a:r>
              <a:rPr lang="en-US" dirty="0"/>
              <a:t>Date</a:t>
            </a:r>
          </a:p>
        </p:txBody>
      </p:sp>
    </p:spTree>
    <p:custDataLst>
      <p:tags r:id="rId1"/>
    </p:custDataLst>
    <p:extLst>
      <p:ext uri="{BB962C8B-B14F-4D97-AF65-F5344CB8AC3E}">
        <p14:creationId xmlns:p14="http://schemas.microsoft.com/office/powerpoint/2010/main" val="1827697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Title Here</a:t>
            </a:r>
          </a:p>
        </p:txBody>
      </p:sp>
      <p:sp>
        <p:nvSpPr>
          <p:cNvPr id="2" name="Content Placeholder 1"/>
          <p:cNvSpPr>
            <a:spLocks noGrp="1"/>
          </p:cNvSpPr>
          <p:nvPr>
            <p:ph idx="1"/>
          </p:nvPr>
        </p:nvSpPr>
        <p:spPr/>
        <p:txBody>
          <a:bodyPr/>
          <a:lstStyle/>
          <a:p>
            <a:r>
              <a:rPr lang="en-US" dirty="0"/>
              <a:t>Click to add text</a:t>
            </a:r>
          </a:p>
        </p:txBody>
      </p:sp>
    </p:spTree>
    <p:custDataLst>
      <p:tags r:id="rId1"/>
    </p:custDataLst>
    <p:extLst>
      <p:ext uri="{BB962C8B-B14F-4D97-AF65-F5344CB8AC3E}">
        <p14:creationId xmlns:p14="http://schemas.microsoft.com/office/powerpoint/2010/main" val="77325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Title</a:t>
            </a:r>
          </a:p>
        </p:txBody>
      </p:sp>
      <p:sp>
        <p:nvSpPr>
          <p:cNvPr id="3" name="Text Placeholder 2"/>
          <p:cNvSpPr>
            <a:spLocks noGrp="1"/>
          </p:cNvSpPr>
          <p:nvPr>
            <p:ph type="body" sz="half" idx="2"/>
          </p:nvPr>
        </p:nvSpPr>
        <p:spPr/>
        <p:txBody>
          <a:bodyPr/>
          <a:lstStyle/>
          <a:p>
            <a:r>
              <a:rPr lang="en-US" dirty="0"/>
              <a:t>Subtitle</a:t>
            </a:r>
          </a:p>
        </p:txBody>
      </p:sp>
      <p:sp>
        <p:nvSpPr>
          <p:cNvPr id="4" name="Content Placeholder 3"/>
          <p:cNvSpPr>
            <a:spLocks noGrp="1"/>
          </p:cNvSpPr>
          <p:nvPr>
            <p:ph idx="1"/>
          </p:nvPr>
        </p:nvSpPr>
        <p:spPr/>
        <p:txBody>
          <a:bodyPr/>
          <a:lstStyle/>
          <a:p>
            <a:r>
              <a:rPr lang="en-US" dirty="0"/>
              <a:t>Click to add text</a:t>
            </a:r>
          </a:p>
        </p:txBody>
      </p:sp>
    </p:spTree>
    <p:custDataLst>
      <p:tags r:id="rId1"/>
    </p:custDataLst>
    <p:extLst>
      <p:ext uri="{BB962C8B-B14F-4D97-AF65-F5344CB8AC3E}">
        <p14:creationId xmlns:p14="http://schemas.microsoft.com/office/powerpoint/2010/main" val="3837650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half" idx="1"/>
          </p:nvPr>
        </p:nvSpPr>
        <p:spPr/>
        <p:txBody>
          <a:bodyPr/>
          <a:lstStyle/>
          <a:p>
            <a:endParaRPr lang="en-US" dirty="0"/>
          </a:p>
        </p:txBody>
      </p:sp>
      <p:sp>
        <p:nvSpPr>
          <p:cNvPr id="4" name="Content Placeholder 3"/>
          <p:cNvSpPr>
            <a:spLocks noGrp="1"/>
          </p:cNvSpPr>
          <p:nvPr>
            <p:ph sz="half" idx="2"/>
          </p:nvPr>
        </p:nvSpPr>
        <p:spPr/>
        <p:txBody>
          <a:bodyPr/>
          <a:lstStyle/>
          <a:p>
            <a:endParaRPr lang="en-US"/>
          </a:p>
        </p:txBody>
      </p:sp>
    </p:spTree>
    <p:custDataLst>
      <p:tags r:id="rId1"/>
    </p:custDataLst>
    <p:extLst>
      <p:ext uri="{BB962C8B-B14F-4D97-AF65-F5344CB8AC3E}">
        <p14:creationId xmlns:p14="http://schemas.microsoft.com/office/powerpoint/2010/main" val="2427014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idx="1"/>
          </p:nvPr>
        </p:nvSpPr>
        <p:spPr/>
        <p:txBody>
          <a:bodyPr/>
          <a:lstStyle/>
          <a:p>
            <a:endParaRPr lang="en-US"/>
          </a:p>
        </p:txBody>
      </p:sp>
      <p:sp>
        <p:nvSpPr>
          <p:cNvPr id="4" name="Content Placeholder 3"/>
          <p:cNvSpPr>
            <a:spLocks noGrp="1"/>
          </p:cNvSpPr>
          <p:nvPr>
            <p:ph sz="half" idx="2"/>
          </p:nvPr>
        </p:nvSpPr>
        <p:spPr/>
        <p:txBody>
          <a:bodyPr/>
          <a:lstStyle/>
          <a:p>
            <a:endParaRPr lang="en-US"/>
          </a:p>
        </p:txBody>
      </p:sp>
      <p:sp>
        <p:nvSpPr>
          <p:cNvPr id="5" name="Text Placeholder 4"/>
          <p:cNvSpPr>
            <a:spLocks noGrp="1"/>
          </p:cNvSpPr>
          <p:nvPr>
            <p:ph type="body" sz="quarter" idx="3"/>
          </p:nvPr>
        </p:nvSpPr>
        <p:spPr/>
        <p:txBody>
          <a:bodyPr/>
          <a:lstStyle/>
          <a:p>
            <a:endParaRPr lang="en-US"/>
          </a:p>
        </p:txBody>
      </p:sp>
      <p:sp>
        <p:nvSpPr>
          <p:cNvPr id="6" name="Content Placeholder 5"/>
          <p:cNvSpPr>
            <a:spLocks noGrp="1"/>
          </p:cNvSpPr>
          <p:nvPr>
            <p:ph sz="quarter" idx="4"/>
          </p:nvPr>
        </p:nvSpPr>
        <p:spPr/>
        <p:txBody>
          <a:bodyPr/>
          <a:lstStyle/>
          <a:p>
            <a:endParaRPr lang="en-US" dirty="0"/>
          </a:p>
        </p:txBody>
      </p:sp>
    </p:spTree>
    <p:custDataLst>
      <p:tags r:id="rId1"/>
    </p:custDataLst>
    <p:extLst>
      <p:ext uri="{BB962C8B-B14F-4D97-AF65-F5344CB8AC3E}">
        <p14:creationId xmlns:p14="http://schemas.microsoft.com/office/powerpoint/2010/main" val="1584795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Tree>
    <p:custDataLst>
      <p:tags r:id="rId1"/>
    </p:custDataLst>
    <p:extLst>
      <p:ext uri="{BB962C8B-B14F-4D97-AF65-F5344CB8AC3E}">
        <p14:creationId xmlns:p14="http://schemas.microsoft.com/office/powerpoint/2010/main" val="4217122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7E0C8-5119-1578-D427-E443375AC293}"/>
              </a:ext>
            </a:extLst>
          </p:cNvPr>
          <p:cNvSpPr>
            <a:spLocks noGrp="1"/>
          </p:cNvSpPr>
          <p:nvPr>
            <p:ph type="title" idx="4294967295"/>
          </p:nvPr>
        </p:nvSpPr>
        <p:spPr/>
        <p:txBody>
          <a:bodyPr/>
          <a:lstStyle/>
          <a:p>
            <a:endParaRPr lang="en-US" dirty="0"/>
          </a:p>
        </p:txBody>
      </p:sp>
    </p:spTree>
    <p:custDataLst>
      <p:tags r:id="rId1"/>
    </p:custDataLst>
    <p:extLst>
      <p:ext uri="{BB962C8B-B14F-4D97-AF65-F5344CB8AC3E}">
        <p14:creationId xmlns:p14="http://schemas.microsoft.com/office/powerpoint/2010/main" val="4207142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Text Placeholder 3"/>
          <p:cNvSpPr>
            <a:spLocks noGrp="1"/>
          </p:cNvSpPr>
          <p:nvPr>
            <p:ph type="body" sz="half" idx="2"/>
          </p:nvPr>
        </p:nvSpPr>
        <p:spPr/>
        <p:txBody>
          <a:bodyPr/>
          <a:lstStyle/>
          <a:p>
            <a:endParaRPr lang="en-US"/>
          </a:p>
        </p:txBody>
      </p:sp>
      <p:sp>
        <p:nvSpPr>
          <p:cNvPr id="3" name="Content Placeholder 2"/>
          <p:cNvSpPr>
            <a:spLocks noGrp="1"/>
          </p:cNvSpPr>
          <p:nvPr>
            <p:ph idx="1"/>
          </p:nvPr>
        </p:nvSpPr>
        <p:spPr/>
        <p:txBody>
          <a:bodyPr/>
          <a:lstStyle/>
          <a:p>
            <a:endParaRPr lang="en-US" dirty="0"/>
          </a:p>
        </p:txBody>
      </p:sp>
    </p:spTree>
    <p:custDataLst>
      <p:tags r:id="rId1"/>
    </p:custDataLst>
    <p:extLst>
      <p:ext uri="{BB962C8B-B14F-4D97-AF65-F5344CB8AC3E}">
        <p14:creationId xmlns:p14="http://schemas.microsoft.com/office/powerpoint/2010/main" val="18605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388B33-A279-22B9-E045-C1FABF066069}"/>
              </a:ext>
            </a:extLst>
          </p:cNvPr>
          <p:cNvSpPr txBox="1">
            <a:spLocks noGrp="1"/>
          </p:cNvSpPr>
          <p:nvPr>
            <p:ph type="title" idx="4294967295"/>
          </p:nvPr>
        </p:nvSpPr>
        <p:spPr>
          <a:xfrm>
            <a:off x="2286000" y="3659347"/>
            <a:ext cx="4572000" cy="1200329"/>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3B413F"/>
                </a:solidFill>
                <a:effectLst/>
                <a:uLnTx/>
                <a:uFillTx/>
                <a:latin typeface="Arial" charset="0"/>
                <a:ea typeface="+mn-ea"/>
                <a:cs typeface="Arial" charset="0"/>
              </a:rPr>
              <a:t>Optional Phone: 000.000.0000</a:t>
            </a:r>
            <a:br>
              <a:rPr kumimoji="0" lang="en-US" sz="1800" b="0" i="0" u="none" strike="noStrike" kern="1200" cap="none" spc="0" normalizeH="0" baseline="0" noProof="0" dirty="0">
                <a:ln>
                  <a:noFill/>
                </a:ln>
                <a:solidFill>
                  <a:srgbClr val="3B413F"/>
                </a:solidFill>
                <a:effectLst/>
                <a:uLnTx/>
                <a:uFillTx/>
                <a:latin typeface="Arial" charset="0"/>
                <a:ea typeface="+mn-ea"/>
                <a:cs typeface="Arial" charset="0"/>
              </a:rPr>
            </a:br>
            <a:r>
              <a:rPr kumimoji="0" lang="en-US" sz="1800" b="0" i="0" u="none" strike="noStrike" kern="1200" cap="none" spc="0" normalizeH="0" baseline="0" noProof="0" dirty="0">
                <a:ln>
                  <a:noFill/>
                </a:ln>
                <a:solidFill>
                  <a:srgbClr val="3B413F"/>
                </a:solidFill>
                <a:effectLst/>
                <a:uLnTx/>
                <a:uFillTx/>
                <a:latin typeface="Arial" charset="0"/>
                <a:ea typeface="+mn-ea"/>
                <a:cs typeface="Arial" charset="0"/>
              </a:rPr>
              <a:t>Optional Email: first.last@bellevue.edu</a:t>
            </a:r>
            <a:br>
              <a:rPr kumimoji="0" lang="en-US" sz="1800" b="0" i="0" u="none" strike="noStrike" kern="1200" cap="none" spc="0" normalizeH="0" baseline="0" noProof="0" dirty="0">
                <a:ln>
                  <a:noFill/>
                </a:ln>
                <a:solidFill>
                  <a:srgbClr val="3B413F"/>
                </a:solidFill>
                <a:effectLst/>
                <a:uLnTx/>
                <a:uFillTx/>
                <a:latin typeface="Arial" charset="0"/>
                <a:ea typeface="+mn-ea"/>
                <a:cs typeface="Arial" charset="0"/>
              </a:rPr>
            </a:br>
            <a:r>
              <a:rPr kumimoji="0" lang="en-US" sz="1800" b="0" i="0" u="none" strike="noStrike" kern="1200" cap="none" spc="0" normalizeH="0" baseline="0" noProof="0" dirty="0">
                <a:ln>
                  <a:noFill/>
                </a:ln>
                <a:solidFill>
                  <a:srgbClr val="3E403E"/>
                </a:solidFill>
                <a:effectLst/>
                <a:uLnTx/>
                <a:uFillTx/>
                <a:latin typeface="Arial" charset="0"/>
                <a:ea typeface="+mn-ea"/>
                <a:cs typeface="Arial" charset="0"/>
              </a:rPr>
              <a:t> </a:t>
            </a:r>
            <a:br>
              <a:rPr kumimoji="0" lang="en-US" sz="1800" b="0" i="0" u="none" strike="noStrike" kern="1200" cap="none" spc="0" normalizeH="0" baseline="0" noProof="0" dirty="0">
                <a:ln>
                  <a:noFill/>
                </a:ln>
                <a:solidFill>
                  <a:srgbClr val="3E403E"/>
                </a:solidFill>
                <a:effectLst/>
                <a:uLnTx/>
                <a:uFillTx/>
                <a:latin typeface="Arial" charset="0"/>
                <a:ea typeface="+mn-ea"/>
                <a:cs typeface="Arial" charset="0"/>
              </a:rPr>
            </a:br>
            <a:r>
              <a:rPr kumimoji="0" lang="en-US" sz="1800" b="0" i="0" u="none" strike="noStrike" kern="1200" cap="none" spc="0" normalizeH="0" baseline="0" noProof="0" dirty="0">
                <a:ln>
                  <a:noFill/>
                </a:ln>
                <a:solidFill>
                  <a:srgbClr val="593D82"/>
                </a:solidFill>
                <a:effectLst/>
                <a:uLnTx/>
                <a:uFillTx/>
                <a:latin typeface="Arial" charset="0"/>
                <a:ea typeface="+mn-ea"/>
                <a:cs typeface="Arial" charset="0"/>
              </a:rPr>
              <a:t>bellevue.edu</a:t>
            </a:r>
          </a:p>
        </p:txBody>
      </p:sp>
      <p:sp>
        <p:nvSpPr>
          <p:cNvPr id="4" name="Title 1">
            <a:extLst>
              <a:ext uri="{FF2B5EF4-FFF2-40B4-BE49-F238E27FC236}">
                <a16:creationId xmlns:a16="http://schemas.microsoft.com/office/drawing/2014/main" id="{0C227FCB-16E0-0A4E-9A3E-CF425720F0A5}"/>
              </a:ext>
            </a:extLst>
          </p:cNvPr>
          <p:cNvSpPr txBox="1">
            <a:spLocks/>
          </p:cNvSpPr>
          <p:nvPr/>
        </p:nvSpPr>
        <p:spPr bwMode="auto">
          <a:xfrm>
            <a:off x="457200" y="4869951"/>
            <a:ext cx="8229600" cy="12803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nchor="ct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a:endParaRPr lang="en-US" sz="1600" dirty="0">
              <a:solidFill>
                <a:srgbClr val="3B413F"/>
              </a:solidFill>
              <a:latin typeface="Arial" charset="0"/>
              <a:cs typeface="Arial" charset="0"/>
            </a:endParaRPr>
          </a:p>
          <a:p>
            <a:pPr algn="ctr"/>
            <a:r>
              <a:rPr lang="en-US" sz="1000" dirty="0">
                <a:solidFill>
                  <a:srgbClr val="3B413F"/>
                </a:solidFill>
                <a:latin typeface="Arial" charset="0"/>
                <a:cs typeface="Arial" charset="0"/>
              </a:rPr>
              <a:t>Bellevue University is accredited by the Higher Learning Commission (</a:t>
            </a:r>
            <a:r>
              <a:rPr lang="en-US" sz="1000" dirty="0" err="1">
                <a:solidFill>
                  <a:srgbClr val="3B413F"/>
                </a:solidFill>
                <a:latin typeface="Arial" charset="0"/>
                <a:cs typeface="Arial" charset="0"/>
              </a:rPr>
              <a:t>hlcommision.org</a:t>
            </a:r>
            <a:r>
              <a:rPr lang="en-US" sz="1000" dirty="0">
                <a:solidFill>
                  <a:srgbClr val="3B413F"/>
                </a:solidFill>
                <a:latin typeface="Arial" charset="0"/>
                <a:cs typeface="Arial" charset="0"/>
              </a:rPr>
              <a:t>).  Bellevue University is committed to providing an environment that is free from harassment and discrimination based upon race, color, religion, sex, national origin, age, disability, genetic information, military obligations, or status in any other group protected by local, state, or federal law.</a:t>
            </a:r>
          </a:p>
          <a:p>
            <a:pPr algn="ctr"/>
            <a:br>
              <a:rPr lang="en-US" sz="1600" dirty="0">
                <a:solidFill>
                  <a:srgbClr val="593D82"/>
                </a:solidFill>
                <a:latin typeface="Arial" charset="0"/>
                <a:cs typeface="Arial" charset="0"/>
              </a:rPr>
            </a:br>
            <a:endParaRPr lang="en-US" sz="1600" dirty="0">
              <a:solidFill>
                <a:srgbClr val="593D82"/>
              </a:solidFill>
              <a:latin typeface="Arial" charset="0"/>
              <a:cs typeface="Arial" charset="0"/>
            </a:endParaRPr>
          </a:p>
        </p:txBody>
      </p:sp>
    </p:spTree>
    <p:custDataLst>
      <p:tags r:id="rId1"/>
    </p:custDataLst>
    <p:extLst>
      <p:ext uri="{BB962C8B-B14F-4D97-AF65-F5344CB8AC3E}">
        <p14:creationId xmlns:p14="http://schemas.microsoft.com/office/powerpoint/2010/main" val="6241331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9"/>
  <p:tag name="ARTICULATE_PROJECT_OPEN" val="0"/>
  <p:tag name="ARTICULATE_DESIGN_ID_OFFICE THEME" val="DPiYUL0j"/>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1A3769F158CB1499BE0E330660BC872" ma:contentTypeVersion="3" ma:contentTypeDescription="Create a new document." ma:contentTypeScope="" ma:versionID="978729a1c4640db62340ef3f1a68e3d5">
  <xsd:schema xmlns:xsd="http://www.w3.org/2001/XMLSchema" xmlns:xs="http://www.w3.org/2001/XMLSchema" xmlns:p="http://schemas.microsoft.com/office/2006/metadata/properties" xmlns:ns2="3498469e-27dc-4a4b-83fe-900aadebb81d" targetNamespace="http://schemas.microsoft.com/office/2006/metadata/properties" ma:root="true" ma:fieldsID="f5f4b13babf236c99fa65b0c8ca90ed5" ns2:_="">
    <xsd:import namespace="3498469e-27dc-4a4b-83fe-900aadebb81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98469e-27dc-4a4b-83fe-900aadebb8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1A9CBA6-3C11-4E67-859D-0465F45E4340}"/>
</file>

<file path=customXml/itemProps2.xml><?xml version="1.0" encoding="utf-8"?>
<ds:datastoreItem xmlns:ds="http://schemas.openxmlformats.org/officeDocument/2006/customXml" ds:itemID="{EAC9AFAE-275A-45F9-AC5A-381BB67B5632}"/>
</file>

<file path=customXml/itemProps3.xml><?xml version="1.0" encoding="utf-8"?>
<ds:datastoreItem xmlns:ds="http://schemas.openxmlformats.org/officeDocument/2006/customXml" ds:itemID="{52FE1863-917C-401F-A185-E2C231E86342}"/>
</file>

<file path=docProps/app.xml><?xml version="1.0" encoding="utf-8"?>
<Properties xmlns="http://schemas.openxmlformats.org/officeDocument/2006/extended-properties" xmlns:vt="http://schemas.openxmlformats.org/officeDocument/2006/docPropsVTypes">
  <TotalTime>72</TotalTime>
  <Words>108</Words>
  <Application>Microsoft Office PowerPoint</Application>
  <PresentationFormat>On-screen Show (4:3)</PresentationFormat>
  <Paragraphs>13</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Title of Presentation</vt:lpstr>
      <vt:lpstr>Title Here</vt:lpstr>
      <vt:lpstr>Title</vt:lpstr>
      <vt:lpstr>PowerPoint Presentation</vt:lpstr>
      <vt:lpstr>PowerPoint Presentation</vt:lpstr>
      <vt:lpstr>PowerPoint Presentation</vt:lpstr>
      <vt:lpstr>PowerPoint Presentation</vt:lpstr>
      <vt:lpstr>PowerPoint Presentation</vt:lpstr>
      <vt:lpstr>Optional Phone: 000.000.0000 Optional Email: first.last@bellevue.edu   bellevue.edu</vt:lpstr>
    </vt:vector>
  </TitlesOfParts>
  <Company>Bailey Lauerman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Jiear Vang</dc:creator>
  <cp:lastModifiedBy>Janel Heitz</cp:lastModifiedBy>
  <cp:revision>28</cp:revision>
  <dcterms:created xsi:type="dcterms:W3CDTF">2015-02-06T15:48:06Z</dcterms:created>
  <dcterms:modified xsi:type="dcterms:W3CDTF">2023-02-20T18:45:30Z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1FFFA739-56BB-48D1-AEA6-9D67A4BA80AD</vt:lpwstr>
  </property>
  <property fmtid="{D5CDD505-2E9C-101B-9397-08002B2CF9AE}" pid="3" name="ArticulatePath">
    <vt:lpwstr>https://bellevueuniversity-my.sharepoint.com/personal/jheitz_bellevue_edu/Documents/Quality/QA/BU Powerpoint Templates/BELLE142409_Logo_GoldLine</vt:lpwstr>
  </property>
  <property fmtid="{D5CDD505-2E9C-101B-9397-08002B2CF9AE}" pid="4" name="ContentTypeId">
    <vt:lpwstr>0x010100E1A3769F158CB1499BE0E330660BC872</vt:lpwstr>
  </property>
</Properties>
</file>