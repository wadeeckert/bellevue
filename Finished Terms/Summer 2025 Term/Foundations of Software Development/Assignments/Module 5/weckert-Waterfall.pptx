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28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650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6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5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5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4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 Interface Design in the Waterfall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Presented by: Wade Eckert</a:t>
            </a:r>
          </a:p>
          <a:p>
            <a:r>
              <a:rPr dirty="0"/>
              <a:t>CSD 200: Foundations of Software Development</a:t>
            </a:r>
            <a:endParaRPr lang="en-US" dirty="0"/>
          </a:p>
          <a:p>
            <a:r>
              <a:rPr lang="en-US" dirty="0"/>
              <a:t>Assignment: Module 5.2 </a:t>
            </a:r>
            <a:endParaRPr dirty="0"/>
          </a:p>
          <a:p>
            <a:r>
              <a:rPr dirty="0"/>
              <a:t>Instructor: Professor Chandra Bobba</a:t>
            </a:r>
          </a:p>
          <a:p>
            <a:r>
              <a:rPr dirty="0"/>
              <a:t>Date: June 25,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waterfall model follows a structured, step-by-step approach in software development.</a:t>
            </a:r>
            <a:endParaRPr lang="en-US" dirty="0"/>
          </a:p>
          <a:p>
            <a:endParaRPr dirty="0"/>
          </a:p>
          <a:p>
            <a:r>
              <a:rPr dirty="0"/>
              <a:t>This presentation explores how UI design and development </a:t>
            </a:r>
            <a:r>
              <a:rPr lang="en-US" dirty="0"/>
              <a:t>are</a:t>
            </a:r>
            <a:r>
              <a:rPr dirty="0"/>
              <a:t> handled at each stage of the SDLC.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key interface design/development activities, deliverables, and artifacts are described for each stage of the SDLC.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Define project scope, resources, and schedule.</a:t>
            </a:r>
          </a:p>
          <a:p>
            <a:r>
              <a:rPr dirty="0"/>
              <a:t>UI Designer Role: Provide input on UI feasibility and suggest tools or libraries.</a:t>
            </a:r>
          </a:p>
          <a:p>
            <a:r>
              <a:rPr dirty="0"/>
              <a:t>Key Activities: Stakeholder meetings, high-level UI goals.</a:t>
            </a:r>
          </a:p>
          <a:p>
            <a:r>
              <a:rPr dirty="0"/>
              <a:t>Artifacts</a:t>
            </a:r>
            <a:r>
              <a:rPr lang="en-US" dirty="0"/>
              <a:t>/Deliverables</a:t>
            </a:r>
            <a:r>
              <a:rPr dirty="0"/>
              <a:t>: Project charter, initial UI considerations, risk assessments, feasibility study, team allocation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Requirements Definition</a:t>
            </a:r>
            <a:r>
              <a:rPr lang="en-US" sz="3600" dirty="0"/>
              <a:t> Stage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Capture </a:t>
            </a:r>
            <a:r>
              <a:rPr lang="en-US" dirty="0"/>
              <a:t>the user’s</a:t>
            </a:r>
            <a:r>
              <a:rPr dirty="0"/>
              <a:t> needs and define system functions.</a:t>
            </a:r>
          </a:p>
          <a:p>
            <a:r>
              <a:rPr dirty="0"/>
              <a:t>UI Designer Role: Conduct user research, interviews, </a:t>
            </a:r>
            <a:r>
              <a:rPr lang="en-US" dirty="0"/>
              <a:t>and </a:t>
            </a:r>
            <a:r>
              <a:rPr dirty="0"/>
              <a:t>surveys.</a:t>
            </a:r>
          </a:p>
          <a:p>
            <a:r>
              <a:rPr dirty="0"/>
              <a:t>Key Activities: Storyboarding, user personas, use cases.</a:t>
            </a:r>
          </a:p>
          <a:p>
            <a:r>
              <a:rPr dirty="0"/>
              <a:t>Artifacts</a:t>
            </a:r>
            <a:r>
              <a:rPr lang="en-US" dirty="0"/>
              <a:t>/Deliverables</a:t>
            </a:r>
            <a:r>
              <a:rPr dirty="0"/>
              <a:t>: Requirements documentation, UI use scenarios, functional and non-functional requirements, </a:t>
            </a:r>
            <a:r>
              <a:rPr lang="en-US" dirty="0"/>
              <a:t>and </a:t>
            </a:r>
            <a:r>
              <a:rPr dirty="0"/>
              <a:t>user stories.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Architect the system and design the user interface.</a:t>
            </a:r>
          </a:p>
          <a:p>
            <a:r>
              <a:rPr dirty="0"/>
              <a:t>UI Designer Role: Lead interface design—layout, navigation, interaction.</a:t>
            </a:r>
          </a:p>
          <a:p>
            <a:r>
              <a:rPr dirty="0"/>
              <a:t>Key Activities: Wireframes, prototypes, style guides.</a:t>
            </a:r>
          </a:p>
          <a:p>
            <a:r>
              <a:rPr dirty="0"/>
              <a:t>Artifacts</a:t>
            </a:r>
            <a:r>
              <a:rPr lang="en-US" dirty="0"/>
              <a:t>/Deliverables</a:t>
            </a:r>
            <a:r>
              <a:rPr dirty="0"/>
              <a:t>: UI mockups, design documentation, high-fidelity prototypes, screen flow diagrams, user interaction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Translate designs into working software.</a:t>
            </a:r>
          </a:p>
          <a:p>
            <a:r>
              <a:rPr dirty="0"/>
              <a:t>UI Designer Role: Work with developers to ensure UI accuracy.</a:t>
            </a:r>
          </a:p>
          <a:p>
            <a:r>
              <a:rPr dirty="0"/>
              <a:t>Key Activities: Front-end coding, asset creation, CSS/HTML/JS implementation.</a:t>
            </a:r>
          </a:p>
          <a:p>
            <a:r>
              <a:rPr dirty="0"/>
              <a:t>Artifacts</a:t>
            </a:r>
            <a:r>
              <a:rPr lang="en-US" dirty="0"/>
              <a:t>/Deliverables</a:t>
            </a:r>
            <a:r>
              <a:rPr dirty="0"/>
              <a:t>: UI components, UI codebase, style sheets, assets library, developer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Verify system functionality and usability.</a:t>
            </a:r>
          </a:p>
          <a:p>
            <a:r>
              <a:rPr dirty="0"/>
              <a:t>UI Designer Role: Test for usability, accessibility, and visual consistency.</a:t>
            </a:r>
          </a:p>
          <a:p>
            <a:r>
              <a:rPr dirty="0"/>
              <a:t>Key Activities: User testing, bug fixing, refinement.</a:t>
            </a:r>
          </a:p>
          <a:p>
            <a:r>
              <a:rPr dirty="0"/>
              <a:t>Artifacts</a:t>
            </a:r>
            <a:r>
              <a:rPr lang="en-US" dirty="0"/>
              <a:t>/Deliverables</a:t>
            </a:r>
            <a:r>
              <a:rPr dirty="0"/>
              <a:t>: Usability reports, updated prototypes, accessibility compliance report, QA test logs, bug tracking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Critical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Design Stage is the most critical for UI because it defines the visual and interactive user experience</a:t>
            </a:r>
            <a:r>
              <a:rPr lang="en-US" dirty="0"/>
              <a:t> that will set the tone for the rest of the development cycle</a:t>
            </a:r>
            <a:r>
              <a:rPr dirty="0"/>
              <a:t>.</a:t>
            </a:r>
          </a:p>
          <a:p>
            <a:r>
              <a:rPr dirty="0"/>
              <a:t>Decisions made here set the foundation for user satisfaction and usability.</a:t>
            </a:r>
          </a:p>
          <a:p>
            <a:r>
              <a:rPr dirty="0"/>
              <a:t>Strong design </a:t>
            </a:r>
            <a:r>
              <a:rPr lang="en-US" dirty="0"/>
              <a:t>at this stage </a:t>
            </a:r>
            <a:r>
              <a:rPr dirty="0"/>
              <a:t>leads to fewer changes later and better user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Each stage plays a unique role in UI design and development.</a:t>
            </a:r>
          </a:p>
          <a:p>
            <a:r>
              <a:rPr dirty="0"/>
              <a:t>Clear collaboration between designers, developers, and stakeholders throughout the SDLC ensures a smooth</a:t>
            </a:r>
            <a:r>
              <a:rPr lang="en-US" dirty="0"/>
              <a:t>er</a:t>
            </a:r>
            <a:r>
              <a:rPr dirty="0"/>
              <a:t>, </a:t>
            </a:r>
            <a:r>
              <a:rPr lang="en-US" dirty="0"/>
              <a:t>more </a:t>
            </a:r>
            <a:r>
              <a:rPr dirty="0"/>
              <a:t>user-focused product.</a:t>
            </a:r>
          </a:p>
          <a:p>
            <a:r>
              <a:rPr dirty="0"/>
              <a:t>Designers must stay involved from planning to testing for </a:t>
            </a:r>
            <a:r>
              <a:rPr lang="en-US" dirty="0"/>
              <a:t>the </a:t>
            </a:r>
            <a:r>
              <a:rPr dirty="0"/>
              <a:t>best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Interaction Design Foundation. (n.d.). User interface (UI) design. https://www.interaction-design.org/literature/topics/ui-design</a:t>
            </a:r>
          </a:p>
          <a:p>
            <a:endParaRPr dirty="0"/>
          </a:p>
          <a:p>
            <a:r>
              <a:rPr dirty="0" err="1"/>
              <a:t>Lucidchart</a:t>
            </a:r>
            <a:r>
              <a:rPr dirty="0"/>
              <a:t>. (n.d.). What is the software development life cycle (SDLC)? https://www.lucidchart.com/blog/what-is-sdlc</a:t>
            </a:r>
          </a:p>
          <a:p>
            <a:endParaRPr dirty="0"/>
          </a:p>
          <a:p>
            <a:r>
              <a:rPr dirty="0"/>
              <a:t>Smartsheet. (n.d.). Waterfall model: What is it and when should you use it? https://www.smartsheet.com/waterfall-model</a:t>
            </a:r>
          </a:p>
          <a:p>
            <a:endParaRPr dirty="0"/>
          </a:p>
          <a:p>
            <a:r>
              <a:rPr dirty="0" err="1"/>
              <a:t>CareerFoundry</a:t>
            </a:r>
            <a:r>
              <a:rPr dirty="0"/>
              <a:t>. (2023). UI design: What it is and how to become a UI designer. https://careerfoundry.com/en/blog/ui-design/what-is-ui-design/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</TotalTime>
  <Words>605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View</vt:lpstr>
      <vt:lpstr>User Interface Design in the Waterfall Model</vt:lpstr>
      <vt:lpstr>Introduction</vt:lpstr>
      <vt:lpstr>Planning Stage</vt:lpstr>
      <vt:lpstr>Requirements Definition Stage</vt:lpstr>
      <vt:lpstr>Design Stage</vt:lpstr>
      <vt:lpstr>Implementation Stage</vt:lpstr>
      <vt:lpstr>Integration &amp; Testing</vt:lpstr>
      <vt:lpstr>Most Critical Stage</vt:lpstr>
      <vt:lpstr>Final Thoughts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Wade Eckert</dc:creator>
  <cp:keywords/>
  <dc:description>generated using python-pptx</dc:description>
  <cp:lastModifiedBy>Wade Eckert</cp:lastModifiedBy>
  <cp:revision>2</cp:revision>
  <dcterms:created xsi:type="dcterms:W3CDTF">2013-01-27T09:14:16Z</dcterms:created>
  <dcterms:modified xsi:type="dcterms:W3CDTF">2025-06-26T05:58:09Z</dcterms:modified>
  <cp:category/>
</cp:coreProperties>
</file>